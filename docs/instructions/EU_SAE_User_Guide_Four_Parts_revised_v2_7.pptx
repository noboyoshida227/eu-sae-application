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24_4DB37572.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microsoft.com/office/2018/10/relationships/authors" Target="authors.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status="resolved">
    <pc:sldMkLst xmlns:pc="http://schemas.microsoft.com/office/powerpoint/2013/main/command">
      <pc:docMk/>
      <pc:sldMk cId="1303606642" sldId="292"/>
    </pc:sldMkLst>
    <p188:replyLst>
      <p188:reply id="{181CB125-5628-4BE0-A60A-79E5A9B0A4E6}" authorId="{879A6883-4FFD-44E4-8B2F-FE3BA7CC9EE5}" status="resolved" created="2026-10-07T15:00:51.209-04:00">
        <p188:txBody>
          <a:bodyPr/>
          <a:lstStyle/>
          <a:p>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For anchored poverty, supply the anchored thresholds in a survey column and select that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a:r>
              <a:t>The numerical example converts welfare in 2022 prices to 2021 prices. All amounts and CPI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anchored-poverty estimation using supplied anchored poverty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a:r>
              <a:t>Use official anchored thresholds where available, checking their coverage, anchor year, income reference year, currency, welfare definition and unit. Otherwise prepare the lines outside the app and retain the method and source. Select the supplied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a:r>
              <a:t>The table shows illustrative supplied thresholds, not published official values. For previous-year incomes, match survey 2022 to income 2021, survey 2023 to income 2022, and survey 2024 to income 2023. Store the appropriate threshold on each survey record. The example column name is anchored_povline.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mean estimates. With bc_sm these are arithmetic-mean estimates; with none, unbenchmarked UFH/MFH estimates are geometric means. Direct remains arithmetic.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release 5.2.0-rc.6 labels the unit 'log points (ln mean welfare)'.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3.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microsoft.com/office/2018/10/relationships/comments" Target="../comments/modernComment_124_4DB375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13.png"/><Relationship Id="rId6"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0.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57</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57</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57</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57</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57</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57</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57</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57</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57</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FGT(0):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FGT(0) only: 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57</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57</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57</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57</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57</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57</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57</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57</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57</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57</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57</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57</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Use a supplied anchored poverty-line column in the survey file.</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57</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input</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an anchored_povline column to the survey file. Each record needs the threshold for its income reference year.</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FGT(0) and Column in data. Select anchored_povline under povline.</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official anchored thresholds where available, matched to each record’s income year.</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Survey year</a:t>
                      </a:r>
                    </a:p>
                  </a:txBody>
                  <a:tcPr>
                    <a:solidFill>
                      <a:srgbClr val="15284F"/>
                    </a:solidFill>
                  </a:tcPr>
                </a:tc>
                <a:tc>
                  <a:txBody>
                    <a:bodyPr/>
                    <a:lstStyle/>
                    <a:p>
                      <a:r>
                        <a:rPr sz="1425" b="1">
                          <a:solidFill>
                            <a:srgbClr val="FFFFFF"/>
                          </a:solidFill>
                          <a:latin typeface="Calibri"/>
                          <a:ea typeface="Calibri"/>
                          <a:cs typeface="Calibri"/>
                        </a:rPr>
                        <a:t>Income reference year</a:t>
                      </a:r>
                    </a:p>
                  </a:txBody>
                  <a:tcPr>
                    <a:solidFill>
                      <a:srgbClr val="15284F"/>
                    </a:solidFill>
                  </a:tcPr>
                </a:tc>
                <a:tc>
                  <a:txBody>
                    <a:bodyPr/>
                    <a:lstStyle/>
                    <a:p>
                      <a:r>
                        <a:rPr sz="1425" b="1">
                          <a:solidFill>
                            <a:srgbClr val="FFFFFF"/>
                          </a:solidFill>
                          <a:latin typeface="Calibri"/>
                          <a:ea typeface="Calibri"/>
                          <a:cs typeface="Calibri"/>
                        </a:rPr>
                        <a:t>anchored_povline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2024</a:t>
                      </a:r>
                    </a:p>
                  </a:txBody>
                  <a:tcPr>
                    <a:solidFill>
                      <a:srgbClr val="FFFFFF"/>
                    </a:solidFill>
                  </a:tcPr>
                </a:tc>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57</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supplied in your survey file.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Add an anchored_povline column to the survey file. Store the line for each record’s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Column in data. Under povline, select anchored_povline.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Use official anchored thresholds or lines prepared outside the app.</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57</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reference years, currency and welfare units. Confirm that each record has the correct threshold.</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42 / 57</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57</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57</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57</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57</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57</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57</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Estimates still differ from Direct. With none, unbenchmarked estimates are geometric means.</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Zero/negative welfare: left out of the log model, kept in Direct and in bc_sm’s arithmetic mean. Check first.</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final mean estimates</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57</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57</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57</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57</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57</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57</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