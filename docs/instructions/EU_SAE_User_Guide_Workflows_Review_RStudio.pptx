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2e861a43af4e52" /><Relationship Type="http://schemas.openxmlformats.org/officeDocument/2006/relationships/extended-properties" Target="/docProps/app.xml" Id="R670c3fb822764941" /><Relationship Type="http://schemas.openxmlformats.org/officeDocument/2006/relationships/officeDocument" Target="/ppt/presentation.xml" Id="Rc0aead3bfd764a9d" /></Relationships>
</file>

<file path=ppt/presentation.xml><?xml version="1.0" encoding="utf-8"?>
<p:presentation xmlns:p="http://schemas.openxmlformats.org/presentationml/2006/main">
  <p:sldMasterIdLst>
    <p:sldMasterId xmlns:r="http://schemas.openxmlformats.org/officeDocument/2006/relationships" id="2147483648" r:id="R32a706d652a94444"/>
  </p:sldMasterIdLst>
  <p:notesMasterIdLst>
    <p:notesMasterId xmlns:r="http://schemas.openxmlformats.org/officeDocument/2006/relationships" r:id="Rf6ad37d57fc649d5"/>
  </p:notesMasterIdLst>
  <p:sldIdLst>
    <p:sldId xmlns:r="http://schemas.openxmlformats.org/officeDocument/2006/relationships" id="256" r:id="R7a158c3cae4a4e67"/>
    <p:sldId xmlns:r="http://schemas.openxmlformats.org/officeDocument/2006/relationships" id="257" r:id="R8f9c4985a9184631"/>
    <p:sldId xmlns:r="http://schemas.openxmlformats.org/officeDocument/2006/relationships" id="258" r:id="Rd0124d4ac3124c7b"/>
    <p:sldId xmlns:r="http://schemas.openxmlformats.org/officeDocument/2006/relationships" id="259" r:id="R8ed88bc30f5f4425"/>
    <p:sldId xmlns:r="http://schemas.openxmlformats.org/officeDocument/2006/relationships" id="260" r:id="R4beb31ae79d14d28"/>
    <p:sldId xmlns:r="http://schemas.openxmlformats.org/officeDocument/2006/relationships" id="261" r:id="Rf5be21da696f4a04"/>
    <p:sldId xmlns:r="http://schemas.openxmlformats.org/officeDocument/2006/relationships" id="262" r:id="R434f33b27e9446cb"/>
    <p:sldId xmlns:r="http://schemas.openxmlformats.org/officeDocument/2006/relationships" id="263" r:id="R9d98beb5d98e4d8b"/>
    <p:sldId xmlns:r="http://schemas.openxmlformats.org/officeDocument/2006/relationships" id="264" r:id="R70c0fd8312cd4f29"/>
    <p:sldId xmlns:r="http://schemas.openxmlformats.org/officeDocument/2006/relationships" id="265" r:id="Rcae8adba4ac44d6f"/>
    <p:sldId xmlns:r="http://schemas.openxmlformats.org/officeDocument/2006/relationships" id="266" r:id="R138a0e4b16454a7a"/>
    <p:sldId xmlns:r="http://schemas.openxmlformats.org/officeDocument/2006/relationships" id="267" r:id="Raf247b98a677449a"/>
    <p:sldId xmlns:r="http://schemas.openxmlformats.org/officeDocument/2006/relationships" id="268" r:id="Rfa36e2f30dbb4daf"/>
    <p:sldId xmlns:r="http://schemas.openxmlformats.org/officeDocument/2006/relationships" id="269" r:id="R8716dcc47b344951"/>
    <p:sldId xmlns:r="http://schemas.openxmlformats.org/officeDocument/2006/relationships" id="270" r:id="R3d8e5ebe86964dde"/>
    <p:sldId xmlns:r="http://schemas.openxmlformats.org/officeDocument/2006/relationships" id="271" r:id="R038e80e857d84831"/>
    <p:sldId xmlns:r="http://schemas.openxmlformats.org/officeDocument/2006/relationships" id="272" r:id="R4486b7235f9741e9"/>
    <p:sldId xmlns:r="http://schemas.openxmlformats.org/officeDocument/2006/relationships" id="273" r:id="R508ceaf11ad24381"/>
    <p:sldId xmlns:r="http://schemas.openxmlformats.org/officeDocument/2006/relationships" id="274" r:id="Rf5eae10a4fd04cd8"/>
    <p:sldId xmlns:r="http://schemas.openxmlformats.org/officeDocument/2006/relationships" id="275" r:id="R7fc1b5d30ed345a8"/>
    <p:sldId xmlns:r="http://schemas.openxmlformats.org/officeDocument/2006/relationships" id="276" r:id="Rb86e27b74d9941dd"/>
    <p:sldId xmlns:r="http://schemas.openxmlformats.org/officeDocument/2006/relationships" id="277" r:id="R16415223858c45d5"/>
    <p:sldId xmlns:r="http://schemas.openxmlformats.org/officeDocument/2006/relationships" id="278" r:id="R3adcb81f7e2d4f7f"/>
    <p:sldId xmlns:r="http://schemas.openxmlformats.org/officeDocument/2006/relationships" id="279" r:id="Re066998ba8174f16"/>
    <p:sldId xmlns:r="http://schemas.openxmlformats.org/officeDocument/2006/relationships" id="280" r:id="R3f8b2fea5f454009"/>
    <p:sldId xmlns:r="http://schemas.openxmlformats.org/officeDocument/2006/relationships" id="281" r:id="R0f474a29a49842b2"/>
    <p:sldId xmlns:r="http://schemas.openxmlformats.org/officeDocument/2006/relationships" id="282" r:id="Rcc9f01b3829e47f0"/>
    <p:sldId xmlns:r="http://schemas.openxmlformats.org/officeDocument/2006/relationships" id="283" r:id="R7a3d191d196e4124"/>
    <p:sldId xmlns:r="http://schemas.openxmlformats.org/officeDocument/2006/relationships" id="284" r:id="R9138a8a5c43845e2"/>
    <p:sldId xmlns:r="http://schemas.openxmlformats.org/officeDocument/2006/relationships" id="285" r:id="R3c8d66db9f5a4e28"/>
    <p:sldId xmlns:r="http://schemas.openxmlformats.org/officeDocument/2006/relationships" id="286" r:id="R0b47420c061d426d"/>
    <p:sldId xmlns:r="http://schemas.openxmlformats.org/officeDocument/2006/relationships" id="287" r:id="Rcefddedb4f8f45e2"/>
    <p:sldId xmlns:r="http://schemas.openxmlformats.org/officeDocument/2006/relationships" id="288" r:id="R762299a5cca4420b"/>
    <p:sldId xmlns:r="http://schemas.openxmlformats.org/officeDocument/2006/relationships" id="289" r:id="R9badb0f70b9e414d"/>
    <p:sldId xmlns:r="http://schemas.openxmlformats.org/officeDocument/2006/relationships" id="290" r:id="R8337d346cc8a4a28"/>
    <p:sldId xmlns:r="http://schemas.openxmlformats.org/officeDocument/2006/relationships" id="291" r:id="Rde1735a28c3a49b7"/>
    <p:sldId xmlns:r="http://schemas.openxmlformats.org/officeDocument/2006/relationships" id="292" r:id="Recb76492754a4ad5"/>
    <p:sldId xmlns:r="http://schemas.openxmlformats.org/officeDocument/2006/relationships" id="293" r:id="R4bb4493cbd6c4ae1"/>
    <p:sldId xmlns:r="http://schemas.openxmlformats.org/officeDocument/2006/relationships" id="294" r:id="R4a1df359f4f846b3"/>
    <p:sldId xmlns:r="http://schemas.openxmlformats.org/officeDocument/2006/relationships" id="295" r:id="R7fe35d1f44894204"/>
    <p:sldId xmlns:r="http://schemas.openxmlformats.org/officeDocument/2006/relationships" id="296" r:id="Refed4cd772fc4ac1"/>
    <p:sldId xmlns:r="http://schemas.openxmlformats.org/officeDocument/2006/relationships" id="297" r:id="Rfe5b577e8265461e"/>
    <p:sldId xmlns:r="http://schemas.openxmlformats.org/officeDocument/2006/relationships" id="298" r:id="R79b9dd8bd7594da0"/>
    <p:sldId xmlns:r="http://schemas.openxmlformats.org/officeDocument/2006/relationships" id="299" r:id="R9c93556abc96409f"/>
    <p:sldId xmlns:r="http://schemas.openxmlformats.org/officeDocument/2006/relationships" id="300" r:id="R99f1cda363874bc2"/>
    <p:sldId xmlns:r="http://schemas.openxmlformats.org/officeDocument/2006/relationships" id="301" r:id="R78202a3cf72146d6"/>
    <p:sldId xmlns:r="http://schemas.openxmlformats.org/officeDocument/2006/relationships" id="302" r:id="R280a496888454804"/>
    <p:sldId xmlns:r="http://schemas.openxmlformats.org/officeDocument/2006/relationships" id="303" r:id="Ra7d37251b2f94926"/>
    <p:sldId xmlns:r="http://schemas.openxmlformats.org/officeDocument/2006/relationships" id="304" r:id="R233b8f2622fc44f5"/>
    <p:sldId xmlns:r="http://schemas.openxmlformats.org/officeDocument/2006/relationships" id="305" r:id="R41b9c24f69184fdd"/>
    <p:sldId xmlns:r="http://schemas.openxmlformats.org/officeDocument/2006/relationships" id="306" r:id="R4f1ed58761024328"/>
    <p:sldId xmlns:r="http://schemas.openxmlformats.org/officeDocument/2006/relationships" id="307" r:id="Rccade12a9b574f76"/>
    <p:sldId xmlns:r="http://schemas.openxmlformats.org/officeDocument/2006/relationships" id="308" r:id="R9ac4280854134d88"/>
    <p:sldId xmlns:r="http://schemas.openxmlformats.org/officeDocument/2006/relationships" id="309" r:id="Ra14f200b956c4d6a"/>
    <p:sldId xmlns:r="http://schemas.openxmlformats.org/officeDocument/2006/relationships" id="310" r:id="R7984dde8e9144b52"/>
    <p:sldId xmlns:r="http://schemas.openxmlformats.org/officeDocument/2006/relationships" id="311" r:id="Re392f84f8d8541e0"/>
    <p:sldId xmlns:r="http://schemas.openxmlformats.org/officeDocument/2006/relationships" id="312" r:id="Rca747081be6a4078"/>
    <p:sldId xmlns:r="http://schemas.openxmlformats.org/officeDocument/2006/relationships" id="313" r:id="R433ad0fe224647d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46407f4a8844d6a" /><Relationship Type="http://schemas.openxmlformats.org/officeDocument/2006/relationships/slideMaster" Target="/ppt/slideMasters/slideMaster1.xml" Id="R32a706d652a94444" /><Relationship Type="http://schemas.openxmlformats.org/officeDocument/2006/relationships/notesMaster" Target="/ppt/notesMasters/notesMaster1.xml" Id="Rf6ad37d57fc649d5" /><Relationship Type="http://schemas.openxmlformats.org/officeDocument/2006/relationships/presProps" Target="/ppt/presProps.xml" Id="R4c3b9924992e4841" /><Relationship Type="http://schemas.openxmlformats.org/officeDocument/2006/relationships/viewProps" Target="/ppt/viewProps.xml" Id="R220675105ab5487c" /><Relationship Type="http://schemas.openxmlformats.org/officeDocument/2006/relationships/tableStyles" Target="/ppt/tableStyles.xml" Id="R3fc6c18d68d544cb" /><Relationship Type="http://schemas.openxmlformats.org/officeDocument/2006/relationships/slide" Target="/ppt/slides/slide1.xml" Id="R7a158c3cae4a4e67" /><Relationship Type="http://schemas.openxmlformats.org/officeDocument/2006/relationships/slide" Target="/ppt/slides/slide2.xml" Id="R8f9c4985a9184631" /><Relationship Type="http://schemas.openxmlformats.org/officeDocument/2006/relationships/slide" Target="/ppt/slides/slide3.xml" Id="Rd0124d4ac3124c7b" /><Relationship Type="http://schemas.openxmlformats.org/officeDocument/2006/relationships/slide" Target="/ppt/slides/slide4.xml" Id="R8ed88bc30f5f4425" /><Relationship Type="http://schemas.openxmlformats.org/officeDocument/2006/relationships/slide" Target="/ppt/slides/slide5.xml" Id="R4beb31ae79d14d28" /><Relationship Type="http://schemas.openxmlformats.org/officeDocument/2006/relationships/slide" Target="/ppt/slides/slide6.xml" Id="Rf5be21da696f4a04" /><Relationship Type="http://schemas.openxmlformats.org/officeDocument/2006/relationships/slide" Target="/ppt/slides/slide7.xml" Id="R434f33b27e9446cb" /><Relationship Type="http://schemas.openxmlformats.org/officeDocument/2006/relationships/slide" Target="/ppt/slides/slide8.xml" Id="R9d98beb5d98e4d8b" /><Relationship Type="http://schemas.openxmlformats.org/officeDocument/2006/relationships/slide" Target="/ppt/slides/slide9.xml" Id="R70c0fd8312cd4f29" /><Relationship Type="http://schemas.openxmlformats.org/officeDocument/2006/relationships/slide" Target="/ppt/slides/slide10.xml" Id="Rcae8adba4ac44d6f" /><Relationship Type="http://schemas.openxmlformats.org/officeDocument/2006/relationships/slide" Target="/ppt/slides/slide11.xml" Id="R138a0e4b16454a7a" /><Relationship Type="http://schemas.openxmlformats.org/officeDocument/2006/relationships/slide" Target="/ppt/slides/slide12.xml" Id="Raf247b98a677449a" /><Relationship Type="http://schemas.openxmlformats.org/officeDocument/2006/relationships/slide" Target="/ppt/slides/slide13.xml" Id="Rfa36e2f30dbb4daf" /><Relationship Type="http://schemas.openxmlformats.org/officeDocument/2006/relationships/slide" Target="/ppt/slides/slide14.xml" Id="R8716dcc47b344951" /><Relationship Type="http://schemas.openxmlformats.org/officeDocument/2006/relationships/slide" Target="/ppt/slides/slide15.xml" Id="R3d8e5ebe86964dde" /><Relationship Type="http://schemas.openxmlformats.org/officeDocument/2006/relationships/slide" Target="/ppt/slides/slide16.xml" Id="R038e80e857d84831" /><Relationship Type="http://schemas.openxmlformats.org/officeDocument/2006/relationships/slide" Target="/ppt/slides/slide17.xml" Id="R4486b7235f9741e9" /><Relationship Type="http://schemas.openxmlformats.org/officeDocument/2006/relationships/slide" Target="/ppt/slides/slide18.xml" Id="R508ceaf11ad24381" /><Relationship Type="http://schemas.openxmlformats.org/officeDocument/2006/relationships/slide" Target="/ppt/slides/slide19.xml" Id="Rf5eae10a4fd04cd8" /><Relationship Type="http://schemas.openxmlformats.org/officeDocument/2006/relationships/slide" Target="/ppt/slides/slide20.xml" Id="R7fc1b5d30ed345a8" /><Relationship Type="http://schemas.openxmlformats.org/officeDocument/2006/relationships/slide" Target="/ppt/slides/slide21.xml" Id="Rb86e27b74d9941dd" /><Relationship Type="http://schemas.openxmlformats.org/officeDocument/2006/relationships/slide" Target="/ppt/slides/slide22.xml" Id="R16415223858c45d5" /><Relationship Type="http://schemas.openxmlformats.org/officeDocument/2006/relationships/slide" Target="/ppt/slides/slide23.xml" Id="R3adcb81f7e2d4f7f" /><Relationship Type="http://schemas.openxmlformats.org/officeDocument/2006/relationships/slide" Target="/ppt/slides/slide24.xml" Id="Re066998ba8174f16" /><Relationship Type="http://schemas.openxmlformats.org/officeDocument/2006/relationships/slide" Target="/ppt/slides/slide25.xml" Id="R3f8b2fea5f454009" /><Relationship Type="http://schemas.openxmlformats.org/officeDocument/2006/relationships/slide" Target="/ppt/slides/slide26.xml" Id="R0f474a29a49842b2" /><Relationship Type="http://schemas.openxmlformats.org/officeDocument/2006/relationships/slide" Target="/ppt/slides/slide27.xml" Id="Rcc9f01b3829e47f0" /><Relationship Type="http://schemas.openxmlformats.org/officeDocument/2006/relationships/slide" Target="/ppt/slides/slide28.xml" Id="R7a3d191d196e4124" /><Relationship Type="http://schemas.openxmlformats.org/officeDocument/2006/relationships/slide" Target="/ppt/slides/slide29.xml" Id="R9138a8a5c43845e2" /><Relationship Type="http://schemas.openxmlformats.org/officeDocument/2006/relationships/slide" Target="/ppt/slides/slide30.xml" Id="R3c8d66db9f5a4e28" /><Relationship Type="http://schemas.openxmlformats.org/officeDocument/2006/relationships/slide" Target="/ppt/slides/slide31.xml" Id="R0b47420c061d426d" /><Relationship Type="http://schemas.openxmlformats.org/officeDocument/2006/relationships/slide" Target="/ppt/slides/slide32.xml" Id="Rcefddedb4f8f45e2" /><Relationship Type="http://schemas.openxmlformats.org/officeDocument/2006/relationships/slide" Target="/ppt/slides/slide33.xml" Id="R762299a5cca4420b" /><Relationship Type="http://schemas.openxmlformats.org/officeDocument/2006/relationships/slide" Target="/ppt/slides/slide34.xml" Id="R9badb0f70b9e414d" /><Relationship Type="http://schemas.openxmlformats.org/officeDocument/2006/relationships/slide" Target="/ppt/slides/slide35.xml" Id="R8337d346cc8a4a28" /><Relationship Type="http://schemas.openxmlformats.org/officeDocument/2006/relationships/slide" Target="/ppt/slides/slide36.xml" Id="Rde1735a28c3a49b7" /><Relationship Type="http://schemas.openxmlformats.org/officeDocument/2006/relationships/slide" Target="/ppt/slides/slide37.xml" Id="Recb76492754a4ad5" /><Relationship Type="http://schemas.openxmlformats.org/officeDocument/2006/relationships/slide" Target="/ppt/slides/slide38.xml" Id="R4bb4493cbd6c4ae1" /><Relationship Type="http://schemas.openxmlformats.org/officeDocument/2006/relationships/slide" Target="/ppt/slides/slide39.xml" Id="R4a1df359f4f846b3" /><Relationship Type="http://schemas.openxmlformats.org/officeDocument/2006/relationships/slide" Target="/ppt/slides/slide40.xml" Id="R7fe35d1f44894204" /><Relationship Type="http://schemas.openxmlformats.org/officeDocument/2006/relationships/slide" Target="/ppt/slides/slide41.xml" Id="Refed4cd772fc4ac1" /><Relationship Type="http://schemas.openxmlformats.org/officeDocument/2006/relationships/slide" Target="/ppt/slides/slide42.xml" Id="Rfe5b577e8265461e" /><Relationship Type="http://schemas.openxmlformats.org/officeDocument/2006/relationships/slide" Target="/ppt/slides/slide43.xml" Id="R79b9dd8bd7594da0" /><Relationship Type="http://schemas.openxmlformats.org/officeDocument/2006/relationships/slide" Target="/ppt/slides/slide44.xml" Id="R9c93556abc96409f" /><Relationship Type="http://schemas.openxmlformats.org/officeDocument/2006/relationships/slide" Target="/ppt/slides/slide45.xml" Id="R99f1cda363874bc2" /><Relationship Type="http://schemas.openxmlformats.org/officeDocument/2006/relationships/slide" Target="/ppt/slides/slide46.xml" Id="R78202a3cf72146d6" /><Relationship Type="http://schemas.openxmlformats.org/officeDocument/2006/relationships/slide" Target="/ppt/slides/slide47.xml" Id="R280a496888454804" /><Relationship Type="http://schemas.openxmlformats.org/officeDocument/2006/relationships/slide" Target="/ppt/slides/slide48.xml" Id="Ra7d37251b2f94926" /><Relationship Type="http://schemas.openxmlformats.org/officeDocument/2006/relationships/slide" Target="/ppt/slides/slide49.xml" Id="R233b8f2622fc44f5" /><Relationship Type="http://schemas.openxmlformats.org/officeDocument/2006/relationships/slide" Target="/ppt/slides/slide50.xml" Id="R41b9c24f69184fdd" /><Relationship Type="http://schemas.openxmlformats.org/officeDocument/2006/relationships/slide" Target="/ppt/slides/slide51.xml" Id="R4f1ed58761024328" /><Relationship Type="http://schemas.openxmlformats.org/officeDocument/2006/relationships/slide" Target="/ppt/slides/slide52.xml" Id="Rccade12a9b574f76" /><Relationship Type="http://schemas.openxmlformats.org/officeDocument/2006/relationships/slide" Target="/ppt/slides/slide53.xml" Id="R9ac4280854134d88" /><Relationship Type="http://schemas.openxmlformats.org/officeDocument/2006/relationships/slide" Target="/ppt/slides/slide54.xml" Id="Ra14f200b956c4d6a" /><Relationship Type="http://schemas.openxmlformats.org/officeDocument/2006/relationships/slide" Target="/ppt/slides/slide55.xml" Id="R7984dde8e9144b52" /><Relationship Type="http://schemas.openxmlformats.org/officeDocument/2006/relationships/slide" Target="/ppt/slides/slide56.xml" Id="Re392f84f8d8541e0" /><Relationship Type="http://schemas.openxmlformats.org/officeDocument/2006/relationships/slide" Target="/ppt/slides/slide57.xml" Id="Rca747081be6a4078" /><Relationship Type="http://schemas.openxmlformats.org/officeDocument/2006/relationships/slide" Target="/ppt/slides/slide58.xml" Id="R433ad0fe224647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0d927f3b0a42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63fd14d4074e01" /><Relationship Type="http://schemas.openxmlformats.org/officeDocument/2006/relationships/notesMaster" Target="/ppt/notesMasters/notesMaster1.xml" Id="R1d64f15f266042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774ef8529447f1" /><Relationship Type="http://schemas.openxmlformats.org/officeDocument/2006/relationships/notesMaster" Target="/ppt/notesMasters/notesMaster1.xml" Id="R6b813d449a9d4b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b480380a134a1e" /><Relationship Type="http://schemas.openxmlformats.org/officeDocument/2006/relationships/notesMaster" Target="/ppt/notesMasters/notesMaster1.xml" Id="R62290e9620cd4f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7997c9b278421c" /><Relationship Type="http://schemas.openxmlformats.org/officeDocument/2006/relationships/notesMaster" Target="/ppt/notesMasters/notesMaster1.xml" Id="R757fc9137f9346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66e452e4874913" /><Relationship Type="http://schemas.openxmlformats.org/officeDocument/2006/relationships/notesMaster" Target="/ppt/notesMasters/notesMaster1.xml" Id="Rc709a31e7c314d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4ae0cbd5124ad3" /><Relationship Type="http://schemas.openxmlformats.org/officeDocument/2006/relationships/notesMaster" Target="/ppt/notesMasters/notesMaster1.xml" Id="R1625453009724c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02f295edba4627" /><Relationship Type="http://schemas.openxmlformats.org/officeDocument/2006/relationships/notesMaster" Target="/ppt/notesMasters/notesMaster1.xml" Id="R84189b5b8d9641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c7700dce7a4416" /><Relationship Type="http://schemas.openxmlformats.org/officeDocument/2006/relationships/notesMaster" Target="/ppt/notesMasters/notesMaster1.xml" Id="Rf9086772f4a141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2fef376e184663" /><Relationship Type="http://schemas.openxmlformats.org/officeDocument/2006/relationships/notesMaster" Target="/ppt/notesMasters/notesMaster1.xml" Id="Rfe917a7aca934a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bf89457cd74b1a" /><Relationship Type="http://schemas.openxmlformats.org/officeDocument/2006/relationships/notesMaster" Target="/ppt/notesMasters/notesMaster1.xml" Id="Ra3ac734d1f7042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0067c311884a84" /><Relationship Type="http://schemas.openxmlformats.org/officeDocument/2006/relationships/notesMaster" Target="/ppt/notesMasters/notesMaster1.xml" Id="Rbcc1b16468924a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a44b7e4d584bac" /><Relationship Type="http://schemas.openxmlformats.org/officeDocument/2006/relationships/notesMaster" Target="/ppt/notesMasters/notesMaster1.xml" Id="R8663cafd7a6849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7a8effc08649e4" /><Relationship Type="http://schemas.openxmlformats.org/officeDocument/2006/relationships/notesMaster" Target="/ppt/notesMasters/notesMaster1.xml" Id="R6741391ebea044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178f370a9b4d8e" /><Relationship Type="http://schemas.openxmlformats.org/officeDocument/2006/relationships/notesMaster" Target="/ppt/notesMasters/notesMaster1.xml" Id="R0d46cc99b89b4c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7f1dbe048c4235" /><Relationship Type="http://schemas.openxmlformats.org/officeDocument/2006/relationships/notesMaster" Target="/ppt/notesMasters/notesMaster1.xml" Id="Rafddd13384f045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81f9a2eb814d25" /><Relationship Type="http://schemas.openxmlformats.org/officeDocument/2006/relationships/notesMaster" Target="/ppt/notesMasters/notesMaster1.xml" Id="R40017bff3ec942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b63222a38c4d90" /><Relationship Type="http://schemas.openxmlformats.org/officeDocument/2006/relationships/notesMaster" Target="/ppt/notesMasters/notesMaster1.xml" Id="R32cab9bbfb1e40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9dd77ff4c6466b" /><Relationship Type="http://schemas.openxmlformats.org/officeDocument/2006/relationships/notesMaster" Target="/ppt/notesMasters/notesMaster1.xml" Id="R35c2881541f84c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7f6bb4334d403e" /><Relationship Type="http://schemas.openxmlformats.org/officeDocument/2006/relationships/notesMaster" Target="/ppt/notesMasters/notesMaster1.xml" Id="Rfdcae83485f640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c37cd0535d34ad3" /><Relationship Type="http://schemas.openxmlformats.org/officeDocument/2006/relationships/notesMaster" Target="/ppt/notesMasters/notesMaster1.xml" Id="R174679c902a64e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8bb14dbfb2240b9" /><Relationship Type="http://schemas.openxmlformats.org/officeDocument/2006/relationships/notesMaster" Target="/ppt/notesMasters/notesMaster1.xml" Id="R68c90b4b496649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9734d3619c40cf" /><Relationship Type="http://schemas.openxmlformats.org/officeDocument/2006/relationships/notesMaster" Target="/ppt/notesMasters/notesMaster1.xml" Id="R475495bde8f646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e65c53efc6491b" /><Relationship Type="http://schemas.openxmlformats.org/officeDocument/2006/relationships/notesMaster" Target="/ppt/notesMasters/notesMaster1.xml" Id="Ra1b8a28a926047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9c507335284281" /><Relationship Type="http://schemas.openxmlformats.org/officeDocument/2006/relationships/notesMaster" Target="/ppt/notesMasters/notesMaster1.xml" Id="R8ef587df7f3148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71ae3161044b3a" /><Relationship Type="http://schemas.openxmlformats.org/officeDocument/2006/relationships/notesMaster" Target="/ppt/notesMasters/notesMaster1.xml" Id="R567cfbc4daeb43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47fd014510f4663" /><Relationship Type="http://schemas.openxmlformats.org/officeDocument/2006/relationships/notesMaster" Target="/ppt/notesMasters/notesMaster1.xml" Id="R1acd2326a8b04c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b15ab4fbe3a4ac1" /><Relationship Type="http://schemas.openxmlformats.org/officeDocument/2006/relationships/notesMaster" Target="/ppt/notesMasters/notesMaster1.xml" Id="R3d474efdfec24d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6fdcdaada1a4bc9" /><Relationship Type="http://schemas.openxmlformats.org/officeDocument/2006/relationships/notesMaster" Target="/ppt/notesMasters/notesMaster1.xml" Id="R685583b226a34c6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e18f54891846d2" /><Relationship Type="http://schemas.openxmlformats.org/officeDocument/2006/relationships/notesMaster" Target="/ppt/notesMasters/notesMaster1.xml" Id="R1fdc2e78256647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aac1e344b3479c" /><Relationship Type="http://schemas.openxmlformats.org/officeDocument/2006/relationships/notesMaster" Target="/ppt/notesMasters/notesMaster1.xml" Id="R34364d468abf4f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8d9c6f543f14c59" /><Relationship Type="http://schemas.openxmlformats.org/officeDocument/2006/relationships/notesMaster" Target="/ppt/notesMasters/notesMaster1.xml" Id="Rf5462de2214c40b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ee2ae3143d4c19" /><Relationship Type="http://schemas.openxmlformats.org/officeDocument/2006/relationships/notesMaster" Target="/ppt/notesMasters/notesMaster1.xml" Id="Rba59af390bd8488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ca1fd44f17f4d41" /><Relationship Type="http://schemas.openxmlformats.org/officeDocument/2006/relationships/notesMaster" Target="/ppt/notesMasters/notesMaster1.xml" Id="R4dda8ecbb24b4fa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dae67128fb48d0" /><Relationship Type="http://schemas.openxmlformats.org/officeDocument/2006/relationships/notesMaster" Target="/ppt/notesMasters/notesMaster1.xml" Id="R135b31772a9b43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c98cf707dc64a06" /><Relationship Type="http://schemas.openxmlformats.org/officeDocument/2006/relationships/notesMaster" Target="/ppt/notesMasters/notesMaster1.xml" Id="Rc6853f7e0ada40f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91fd164274b4ee0" /><Relationship Type="http://schemas.openxmlformats.org/officeDocument/2006/relationships/notesMaster" Target="/ppt/notesMasters/notesMaster1.xml" Id="Rbaf2b2641505444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5b1cb81a5d4d57" /><Relationship Type="http://schemas.openxmlformats.org/officeDocument/2006/relationships/notesMaster" Target="/ppt/notesMasters/notesMaster1.xml" Id="R6830e4349ede479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b451dd37b0948b5" /><Relationship Type="http://schemas.openxmlformats.org/officeDocument/2006/relationships/notesMaster" Target="/ppt/notesMasters/notesMaster1.xml" Id="R1755a0da523b4c9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91658ba81aa4212" /><Relationship Type="http://schemas.openxmlformats.org/officeDocument/2006/relationships/notesMaster" Target="/ppt/notesMasters/notesMaster1.xml" Id="R698f7b7881e24c8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a414c39e9d6405d" /><Relationship Type="http://schemas.openxmlformats.org/officeDocument/2006/relationships/notesMaster" Target="/ppt/notesMasters/notesMaster1.xml" Id="R936d936fa38541b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dd871726a334f43" /><Relationship Type="http://schemas.openxmlformats.org/officeDocument/2006/relationships/notesMaster" Target="/ppt/notesMasters/notesMaster1.xml" Id="R1beebe5f5fe3447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e2b75da879e49ac" /><Relationship Type="http://schemas.openxmlformats.org/officeDocument/2006/relationships/notesMaster" Target="/ppt/notesMasters/notesMaster1.xml" Id="Rf08d428883db46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7d7ad701db44695" /><Relationship Type="http://schemas.openxmlformats.org/officeDocument/2006/relationships/notesMaster" Target="/ppt/notesMasters/notesMaster1.xml" Id="Re1a2cd74e48e4ab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995fd4873a14ba5" /><Relationship Type="http://schemas.openxmlformats.org/officeDocument/2006/relationships/notesMaster" Target="/ppt/notesMasters/notesMaster1.xml" Id="R6fb99915fc9b4a6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9c2c726c76b444d" /><Relationship Type="http://schemas.openxmlformats.org/officeDocument/2006/relationships/notesMaster" Target="/ppt/notesMasters/notesMaster1.xml" Id="R9a2673e6478546a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a7a9d2ff12c45d6" /><Relationship Type="http://schemas.openxmlformats.org/officeDocument/2006/relationships/notesMaster" Target="/ppt/notesMasters/notesMaster1.xml" Id="Rbc2c5f773feb49e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529bccc34f945c5" /><Relationship Type="http://schemas.openxmlformats.org/officeDocument/2006/relationships/notesMaster" Target="/ppt/notesMasters/notesMaster1.xml" Id="R45d5c2e676bc466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c8be59aa0014e34" /><Relationship Type="http://schemas.openxmlformats.org/officeDocument/2006/relationships/notesMaster" Target="/ppt/notesMasters/notesMaster1.xml" Id="R4123a290479343d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6586b979e6c4924" /><Relationship Type="http://schemas.openxmlformats.org/officeDocument/2006/relationships/notesMaster" Target="/ppt/notesMasters/notesMaster1.xml" Id="R895f4b8596cf471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1e6e67414844334" /><Relationship Type="http://schemas.openxmlformats.org/officeDocument/2006/relationships/notesMaster" Target="/ppt/notesMasters/notesMaster1.xml" Id="R60c08c719250426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8315ba5fadb4096" /><Relationship Type="http://schemas.openxmlformats.org/officeDocument/2006/relationships/notesMaster" Target="/ppt/notesMasters/notesMaster1.xml" Id="Rbd15eace6c62484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038a92fc8834b16" /><Relationship Type="http://schemas.openxmlformats.org/officeDocument/2006/relationships/notesMaster" Target="/ppt/notesMasters/notesMaster1.xml" Id="R10213c24f57847f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39fe1c74d9e404a" /><Relationship Type="http://schemas.openxmlformats.org/officeDocument/2006/relationships/notesMaster" Target="/ppt/notesMasters/notesMaster1.xml" Id="Rf44e8653cace4db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f974a17548945d7" /><Relationship Type="http://schemas.openxmlformats.org/officeDocument/2006/relationships/notesMaster" Target="/ppt/notesMasters/notesMaster1.xml" Id="R3ed7fedfc2ef426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5f72449dea34ccd" /><Relationship Type="http://schemas.openxmlformats.org/officeDocument/2006/relationships/notesMaster" Target="/ppt/notesMasters/notesMaster1.xml" Id="R674151d13ffa433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d9b358a7a4742c1" /><Relationship Type="http://schemas.openxmlformats.org/officeDocument/2006/relationships/notesMaster" Target="/ppt/notesMasters/notesMaster1.xml" Id="R68fe91140a33417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27351e849854e62" /><Relationship Type="http://schemas.openxmlformats.org/officeDocument/2006/relationships/notesMaster" Target="/ppt/notesMasters/notesMaster1.xml" Id="R212d316bd112402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611e022eb8c4a1f" /><Relationship Type="http://schemas.openxmlformats.org/officeDocument/2006/relationships/notesMaster" Target="/ppt/notesMasters/notesMaster1.xml" Id="R167505d78dcc41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Data inputs and benchmarking controls; R/pipeline_helpers.R. Population inputs support long domain-year-population or wide domain-by-year data. CPI is unnecessary when real welfare or anchored poverty lines have already been supplied. The anchored-line CPI route is proposed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RStudio Desktop is strongly recommended for report generation because it bundles Pandoc through Quarto. Install the latest stable release compatible with the operating system, after installing R. It is not required to run the analysis. The app searches standard RStudio installation folders for bundled Pandoc and otherwise attempts an automatic download. Sources: https://docs.posit.co/ide/user/ide/guide/documents/quarto-project.html ; https://posit.co/download/rstudio-desktop/ ; local R/pandoc_bootstrap.R.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Start_Here/README.md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Existing controls and detailed model diagnostics are covered in the shared model-options section that follows the three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5004f104d441e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436033304d445f" /><Relationship Type="http://schemas.openxmlformats.org/officeDocument/2006/relationships/slideLayout" Target="/ppt/slideLayouts/slideLayout1.xml" Id="R700fe41155524f2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0fe41155524f25"/>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a63bbe852e4a69" /><Relationship Type="http://schemas.openxmlformats.org/officeDocument/2006/relationships/image" Target="/ppt/media/image.png" Id="R4959a989c734418d" /><Relationship Type="http://schemas.openxmlformats.org/officeDocument/2006/relationships/image" Target="/ppt/media/image.jpeg" Id="Rcbc766803bf74899" /><Relationship Type="http://schemas.openxmlformats.org/officeDocument/2006/relationships/image" Target="/ppt/media/image2.png" Id="R2b61559f572f4529" /><Relationship Type="http://schemas.openxmlformats.org/officeDocument/2006/relationships/image" Target="/ppt/media/image3.png" Id="Rbf83eba95f0f412e" /><Relationship Type="http://schemas.openxmlformats.org/officeDocument/2006/relationships/image" Target="/ppt/media/image4.png" Id="R11c81c64278e4d35" /><Relationship Type="http://schemas.openxmlformats.org/officeDocument/2006/relationships/notesSlide" Target="/ppt/notesSlides/notesSlide1.xml" Id="R51f6df5d2a7042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09d57c89934df2" /><Relationship Type="http://schemas.openxmlformats.org/officeDocument/2006/relationships/image" Target="/ppt/media/image5.png" Id="R73b179580fa94439" /><Relationship Type="http://schemas.openxmlformats.org/officeDocument/2006/relationships/image" Target="/ppt/media/image6.png" Id="Re0142fd37ace41b0" /><Relationship Type="http://schemas.openxmlformats.org/officeDocument/2006/relationships/image" Target="/ppt/media/image7.png" Id="R91adf092a8d04619" /><Relationship Type="http://schemas.openxmlformats.org/officeDocument/2006/relationships/notesSlide" Target="/ppt/notesSlides/notesSlide2.xml" Id="R9f906fdbd14a46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d585ff3d0f4f2f" /><Relationship Type="http://schemas.openxmlformats.org/officeDocument/2006/relationships/image" Target="/ppt/media/image8.png" Id="Rd8e93e99e43f4e87" /><Relationship Type="http://schemas.openxmlformats.org/officeDocument/2006/relationships/image" Target="/ppt/media/image6.png" Id="R7e2fcdff1ff54c0f" /><Relationship Type="http://schemas.openxmlformats.org/officeDocument/2006/relationships/image" Target="/ppt/media/image9.png" Id="R03e18fb4d31a4eae" /><Relationship Type="http://schemas.openxmlformats.org/officeDocument/2006/relationships/image" Target="/ppt/media/image10.png" Id="Rbe2e0e05215a4d25" /><Relationship Type="http://schemas.openxmlformats.org/officeDocument/2006/relationships/notesSlide" Target="/ppt/notesSlides/notesSlide3.xml" Id="R84528e7c9e0a4d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1fd1c28d744730" /><Relationship Type="http://schemas.openxmlformats.org/officeDocument/2006/relationships/image" Target="/ppt/media/image6.png" Id="R388278218b854b73" /><Relationship Type="http://schemas.openxmlformats.org/officeDocument/2006/relationships/image" Target="/ppt/media/image9.png" Id="R2ca7eda34a30443b" /><Relationship Type="http://schemas.openxmlformats.org/officeDocument/2006/relationships/image" Target="/ppt/media/image10.png" Id="R5279a7ade0c64b1a" /><Relationship Type="http://schemas.openxmlformats.org/officeDocument/2006/relationships/notesSlide" Target="/ppt/notesSlides/notesSlide4.xml" Id="Raf6bb74128b142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f93967aaa3405e" /><Relationship Type="http://schemas.openxmlformats.org/officeDocument/2006/relationships/image" Target="/ppt/media/image6.png" Id="R800f7d05138f4e49" /><Relationship Type="http://schemas.openxmlformats.org/officeDocument/2006/relationships/image" Target="/ppt/media/image9.png" Id="R31d92cf3cef5464a" /><Relationship Type="http://schemas.openxmlformats.org/officeDocument/2006/relationships/image" Target="/ppt/media/image10.png" Id="Rc856e7598d984d6b" /><Relationship Type="http://schemas.openxmlformats.org/officeDocument/2006/relationships/notesSlide" Target="/ppt/notesSlides/notesSlide5.xml" Id="R853cfc22476f49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fd23dbf7b2443f" /><Relationship Type="http://schemas.openxmlformats.org/officeDocument/2006/relationships/image" Target="/ppt/media/image6.png" Id="R213d0f63e31b41c1" /><Relationship Type="http://schemas.openxmlformats.org/officeDocument/2006/relationships/image" Target="/ppt/media/image9.png" Id="R4b90a4ac60664e83" /><Relationship Type="http://schemas.openxmlformats.org/officeDocument/2006/relationships/image" Target="/ppt/media/image10.png" Id="R30fb5a8e664e4f25" /><Relationship Type="http://schemas.openxmlformats.org/officeDocument/2006/relationships/notesSlide" Target="/ppt/notesSlides/notesSlide6.xml" Id="Rbd8b3f7cf5f441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57e9eff72a453d" /><Relationship Type="http://schemas.openxmlformats.org/officeDocument/2006/relationships/image" Target="/ppt/media/image6.png" Id="Rbe11c2a597154273" /><Relationship Type="http://schemas.openxmlformats.org/officeDocument/2006/relationships/image" Target="/ppt/media/image9.png" Id="R11631eb2094b4787" /><Relationship Type="http://schemas.openxmlformats.org/officeDocument/2006/relationships/image" Target="/ppt/media/image10.png" Id="R81671646626349db" /><Relationship Type="http://schemas.openxmlformats.org/officeDocument/2006/relationships/notesSlide" Target="/ppt/notesSlides/notesSlide7.xml" Id="R5d1e5f2b83eb47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6a9d4ac4374de5" /><Relationship Type="http://schemas.openxmlformats.org/officeDocument/2006/relationships/notesSlide" Target="/ppt/notesSlides/notesSlide8.xml" Id="Re973e7f3943a41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9b0fca2bf245f3" /><Relationship Type="http://schemas.openxmlformats.org/officeDocument/2006/relationships/image" Target="/ppt/media/image11.png" Id="Rf85521fb5c0343a1" /><Relationship Type="http://schemas.openxmlformats.org/officeDocument/2006/relationships/notesSlide" Target="/ppt/notesSlides/notesSlide9.xml" Id="R59d32d49407e41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5490bc8e17407a" /><Relationship Type="http://schemas.openxmlformats.org/officeDocument/2006/relationships/image" Target="/ppt/media/image.png" Id="R0469f96de12b4b44" /><Relationship Type="http://schemas.openxmlformats.org/officeDocument/2006/relationships/image" Target="/ppt/media/image12.png" Id="R15de323ccd01422f" /><Relationship Type="http://schemas.openxmlformats.org/officeDocument/2006/relationships/notesSlide" Target="/ppt/notesSlides/notesSlide10.xml" Id="R3b6e0d20b9454c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adbfcfec8b43cb" /><Relationship Type="http://schemas.openxmlformats.org/officeDocument/2006/relationships/image" Target="/ppt/media/image13.png" Id="Ra11da0b5b4014a78" /><Relationship Type="http://schemas.openxmlformats.org/officeDocument/2006/relationships/image" Target="/ppt/media/image5.png" Id="R571781e499e6428f" /><Relationship Type="http://schemas.openxmlformats.org/officeDocument/2006/relationships/image" Target="/ppt/media/image14.png" Id="R5c7ab62fb0de4680" /><Relationship Type="http://schemas.openxmlformats.org/officeDocument/2006/relationships/image" Target="/ppt/media/image15.png" Id="R96c2ad0bbb8942bb" /><Relationship Type="http://schemas.openxmlformats.org/officeDocument/2006/relationships/notesSlide" Target="/ppt/notesSlides/notesSlide11.xml" Id="Reb8e4e31d35f45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d36e76218641c7" /><Relationship Type="http://schemas.openxmlformats.org/officeDocument/2006/relationships/image" Target="/ppt/media/image16.png" Id="R3df820bae365458f" /><Relationship Type="http://schemas.openxmlformats.org/officeDocument/2006/relationships/notesSlide" Target="/ppt/notesSlides/notesSlide12.xml" Id="Rd455d4b72de54e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f0c05eae6e42dd" /><Relationship Type="http://schemas.openxmlformats.org/officeDocument/2006/relationships/notesSlide" Target="/ppt/notesSlides/notesSlide13.xml" Id="R94c9b5f30c274c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470a2ecdb84d93" /><Relationship Type="http://schemas.openxmlformats.org/officeDocument/2006/relationships/image" Target="/ppt/media/image17.png" Id="R2f036b14d20a4e29" /><Relationship Type="http://schemas.openxmlformats.org/officeDocument/2006/relationships/image" Target="/ppt/media/image3.png" Id="Rc5c6883045814b77" /><Relationship Type="http://schemas.openxmlformats.org/officeDocument/2006/relationships/image" Target="/ppt/media/image18.png" Id="Rd8ff6aecb02b4fc1" /><Relationship Type="http://schemas.openxmlformats.org/officeDocument/2006/relationships/notesSlide" Target="/ppt/notesSlides/notesSlide14.xml" Id="R8046e92f4de742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89e955309b4d0f" /><Relationship Type="http://schemas.openxmlformats.org/officeDocument/2006/relationships/notesSlide" Target="/ppt/notesSlides/notesSlide15.xml" Id="Re7021f2824a644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c1faed0fee4961" /><Relationship Type="http://schemas.openxmlformats.org/officeDocument/2006/relationships/image" Target="/ppt/media/image.png" Id="R83bcdc0a4068447b" /><Relationship Type="http://schemas.openxmlformats.org/officeDocument/2006/relationships/image" Target="/ppt/media/image12.png" Id="R0f58e2c5adda4402" /><Relationship Type="http://schemas.openxmlformats.org/officeDocument/2006/relationships/notesSlide" Target="/ppt/notesSlides/notesSlide16.xml" Id="Ra2ca39c904b74f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1bebc6841e496e" /><Relationship Type="http://schemas.openxmlformats.org/officeDocument/2006/relationships/image" Target="/ppt/media/image2.jpeg" Id="Rc5c8aa445f4743ed" /><Relationship Type="http://schemas.openxmlformats.org/officeDocument/2006/relationships/notesSlide" Target="/ppt/notesSlides/notesSlide17.xml" Id="Rb9819ed3c2be43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60c9a6a68c408e" /><Relationship Type="http://schemas.openxmlformats.org/officeDocument/2006/relationships/image" Target="/ppt/media/image3.jpeg" Id="Rf23374c0203c4a9a" /><Relationship Type="http://schemas.openxmlformats.org/officeDocument/2006/relationships/notesSlide" Target="/ppt/notesSlides/notesSlide18.xml" Id="R74744c48b9764a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bae4d2e7df49dc" /><Relationship Type="http://schemas.openxmlformats.org/officeDocument/2006/relationships/image" Target="/ppt/media/image4.jpeg" Id="R8bc1a826d6d548c5" /><Relationship Type="http://schemas.openxmlformats.org/officeDocument/2006/relationships/image" Target="/ppt/media/image5.jpeg" Id="Rfdcd1ec098d54fef" /><Relationship Type="http://schemas.openxmlformats.org/officeDocument/2006/relationships/image" Target="/ppt/media/image6.jpeg" Id="Re348122644e34932" /><Relationship Type="http://schemas.openxmlformats.org/officeDocument/2006/relationships/notesSlide" Target="/ppt/notesSlides/notesSlide19.xml" Id="R7e6df274653a47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f5405bbfa74102" /><Relationship Type="http://schemas.openxmlformats.org/officeDocument/2006/relationships/image" Target="/ppt/media/image7.jpeg" Id="Rc9e24c20ed32418f" /><Relationship Type="http://schemas.openxmlformats.org/officeDocument/2006/relationships/notesSlide" Target="/ppt/notesSlides/notesSlide20.xml" Id="Ra382767fcd1642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281a72c53546de" /><Relationship Type="http://schemas.openxmlformats.org/officeDocument/2006/relationships/image" Target="/ppt/media/image8.jpeg" Id="Ra79d25c53a6a484f" /><Relationship Type="http://schemas.openxmlformats.org/officeDocument/2006/relationships/notesSlide" Target="/ppt/notesSlides/notesSlide21.xml" Id="R48f0d33996b640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c66fd119679465f" /><Relationship Type="http://schemas.openxmlformats.org/officeDocument/2006/relationships/notesSlide" Target="/ppt/notesSlides/notesSlide22.xml" Id="Rdfdde87af5a344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f8d361ec4ae42c4" /><Relationship Type="http://schemas.openxmlformats.org/officeDocument/2006/relationships/notesSlide" Target="/ppt/notesSlides/notesSlide23.xml" Id="Rbdcf5df146764a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a0ed117788c4e49" /><Relationship Type="http://schemas.openxmlformats.org/officeDocument/2006/relationships/notesSlide" Target="/ppt/notesSlides/notesSlide24.xml" Id="R7de8861689db4e1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993ef9ac2242b4" /><Relationship Type="http://schemas.openxmlformats.org/officeDocument/2006/relationships/notesSlide" Target="/ppt/notesSlides/notesSlide25.xml" Id="Rd8844a45c7ec40d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0837574f61f4a32" /><Relationship Type="http://schemas.openxmlformats.org/officeDocument/2006/relationships/notesSlide" Target="/ppt/notesSlides/notesSlide26.xml" Id="R8f59aa67080c4d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dbd9cece9d74e92" /><Relationship Type="http://schemas.openxmlformats.org/officeDocument/2006/relationships/notesSlide" Target="/ppt/notesSlides/notesSlide27.xml" Id="R9f5d1868f01c4c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ff3297e0bad447b" /><Relationship Type="http://schemas.openxmlformats.org/officeDocument/2006/relationships/notesSlide" Target="/ppt/notesSlides/notesSlide28.xml" Id="R685d652534ad44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2d8fa91d9f24522" /><Relationship Type="http://schemas.openxmlformats.org/officeDocument/2006/relationships/notesSlide" Target="/ppt/notesSlides/notesSlide29.xml" Id="R07ee25289a1c4e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659b3a7c7094f7f" /><Relationship Type="http://schemas.openxmlformats.org/officeDocument/2006/relationships/notesSlide" Target="/ppt/notesSlides/notesSlide30.xml" Id="Rff8bd4ad559e4f6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2f6205cd1554082" /><Relationship Type="http://schemas.openxmlformats.org/officeDocument/2006/relationships/notesSlide" Target="/ppt/notesSlides/notesSlide31.xml" Id="Rb68e59963cda40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a41592f841346aa" /><Relationship Type="http://schemas.openxmlformats.org/officeDocument/2006/relationships/notesSlide" Target="/ppt/notesSlides/notesSlide32.xml" Id="R924355585411402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6ad9f6951e48a2" /><Relationship Type="http://schemas.openxmlformats.org/officeDocument/2006/relationships/notesSlide" Target="/ppt/notesSlides/notesSlide33.xml" Id="R88664f5708a949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de051d337bf4dec" /><Relationship Type="http://schemas.openxmlformats.org/officeDocument/2006/relationships/notesSlide" Target="/ppt/notesSlides/notesSlide34.xml" Id="R3a02b34e7e834d3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04c977ff82a4faf" /><Relationship Type="http://schemas.openxmlformats.org/officeDocument/2006/relationships/notesSlide" Target="/ppt/notesSlides/notesSlide35.xml" Id="R3a18e98b3b9a4a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0760de721ca42c8" /><Relationship Type="http://schemas.openxmlformats.org/officeDocument/2006/relationships/notesSlide" Target="/ppt/notesSlides/notesSlide36.xml" Id="Refa0d93107c145a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5e7261d809d41d7" /><Relationship Type="http://schemas.openxmlformats.org/officeDocument/2006/relationships/notesSlide" Target="/ppt/notesSlides/notesSlide37.xml" Id="Rb709486fa557404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37e8b1cf2f24e1e" /><Relationship Type="http://schemas.openxmlformats.org/officeDocument/2006/relationships/notesSlide" Target="/ppt/notesSlides/notesSlide38.xml" Id="Re4cabcbb6b22443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f9b805a787342c1" /><Relationship Type="http://schemas.openxmlformats.org/officeDocument/2006/relationships/notesSlide" Target="/ppt/notesSlides/notesSlide39.xml" Id="R9a64a556ecb942c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09a02d62ced4643" /><Relationship Type="http://schemas.openxmlformats.org/officeDocument/2006/relationships/notesSlide" Target="/ppt/notesSlides/notesSlide40.xml" Id="R5aa92212b88d40d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37ffc8804744839" /><Relationship Type="http://schemas.openxmlformats.org/officeDocument/2006/relationships/notesSlide" Target="/ppt/notesSlides/notesSlide41.xml" Id="R6361d77a763642c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70329cb7677415a" /><Relationship Type="http://schemas.openxmlformats.org/officeDocument/2006/relationships/notesSlide" Target="/ppt/notesSlides/notesSlide42.xml" Id="R6222c68f30c14aa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8a2fc9bccda4ebf" /><Relationship Type="http://schemas.openxmlformats.org/officeDocument/2006/relationships/image" Target="/ppt/media/image16.png" Id="R88fbffbc02f74295" /><Relationship Type="http://schemas.openxmlformats.org/officeDocument/2006/relationships/image" Target="/ppt/media/image9.jpeg" Id="Rfdf058d19dd54ea2" /><Relationship Type="http://schemas.openxmlformats.org/officeDocument/2006/relationships/notesSlide" Target="/ppt/notesSlides/notesSlide43.xml" Id="Ra8feef3729654b0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167ac4cbb234735" /><Relationship Type="http://schemas.openxmlformats.org/officeDocument/2006/relationships/image" Target="/ppt/media/image19.png" Id="R2897eb72eb1f48e3" /><Relationship Type="http://schemas.openxmlformats.org/officeDocument/2006/relationships/image" Target="/ppt/media/image10.jpeg" Id="Ra2a45c8d585a40c5" /><Relationship Type="http://schemas.openxmlformats.org/officeDocument/2006/relationships/notesSlide" Target="/ppt/notesSlides/notesSlide44.xml" Id="Rf6ad6b6c2e6945a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f4d7bc640534d79" /><Relationship Type="http://schemas.openxmlformats.org/officeDocument/2006/relationships/image" Target="/ppt/media/image6.png" Id="R5a7a9bb94e7c4992" /><Relationship Type="http://schemas.openxmlformats.org/officeDocument/2006/relationships/image" Target="/ppt/media/image9.png" Id="R37d95d4dc0374d6f" /><Relationship Type="http://schemas.openxmlformats.org/officeDocument/2006/relationships/image" Target="/ppt/media/image10.png" Id="R011e415a97504254" /><Relationship Type="http://schemas.openxmlformats.org/officeDocument/2006/relationships/notesSlide" Target="/ppt/notesSlides/notesSlide45.xml" Id="R14f25e9cd2454a3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fb7a62504054c74" /><Relationship Type="http://schemas.openxmlformats.org/officeDocument/2006/relationships/notesSlide" Target="/ppt/notesSlides/notesSlide46.xml" Id="Rcbbc0788f0bf4e2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4f00e8f3e6a4907" /><Relationship Type="http://schemas.openxmlformats.org/officeDocument/2006/relationships/image" Target="/ppt/media/image20.png" Id="Rcd11c662e5604511" /><Relationship Type="http://schemas.openxmlformats.org/officeDocument/2006/relationships/image" Target="/ppt/media/image21.png" Id="R76fd3e140f724f92" /><Relationship Type="http://schemas.openxmlformats.org/officeDocument/2006/relationships/notesSlide" Target="/ppt/notesSlides/notesSlide47.xml" Id="R7623e5146fae459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e7904198c5247a7" /><Relationship Type="http://schemas.openxmlformats.org/officeDocument/2006/relationships/image" Target="/ppt/media/image22.png" Id="R4a872d7e4cc5484d" /><Relationship Type="http://schemas.openxmlformats.org/officeDocument/2006/relationships/image" Target="/ppt/media/image23.png" Id="R658b130688594c46" /><Relationship Type="http://schemas.openxmlformats.org/officeDocument/2006/relationships/notesSlide" Target="/ppt/notesSlides/notesSlide48.xml" Id="Rcc1c6ca0c8324fe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cdaf7f2be774159" /><Relationship Type="http://schemas.openxmlformats.org/officeDocument/2006/relationships/notesSlide" Target="/ppt/notesSlides/notesSlide49.xml" Id="Rcde41746a6eb48c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30517d23a504b02" /><Relationship Type="http://schemas.openxmlformats.org/officeDocument/2006/relationships/image" Target="/ppt/media/image14.png" Id="R5207881028674924" /><Relationship Type="http://schemas.openxmlformats.org/officeDocument/2006/relationships/image" Target="/ppt/media/image15.png" Id="R45487a0dbfd54d71" /><Relationship Type="http://schemas.openxmlformats.org/officeDocument/2006/relationships/image" Target="/ppt/media/image24.png" Id="R9a7b72f2d10640cd" /><Relationship Type="http://schemas.openxmlformats.org/officeDocument/2006/relationships/image" Target="/ppt/media/image19.png" Id="R8d0d577b2eb74431" /><Relationship Type="http://schemas.openxmlformats.org/officeDocument/2006/relationships/notesSlide" Target="/ppt/notesSlides/notesSlide50.xml" Id="R09191dc019db415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be36485bef9480e" /><Relationship Type="http://schemas.openxmlformats.org/officeDocument/2006/relationships/image" Target="/ppt/media/image.png" Id="Re4aa3e5874ed4dae" /><Relationship Type="http://schemas.openxmlformats.org/officeDocument/2006/relationships/image" Target="/ppt/media/image12.png" Id="R304b641c77104589" /><Relationship Type="http://schemas.openxmlformats.org/officeDocument/2006/relationships/notesSlide" Target="/ppt/notesSlides/notesSlide51.xml" Id="Re03868add308436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e6049f42f8d466a" /><Relationship Type="http://schemas.openxmlformats.org/officeDocument/2006/relationships/image" Target="/ppt/media/image6.png" Id="R74b9d677c80a4788" /><Relationship Type="http://schemas.openxmlformats.org/officeDocument/2006/relationships/image" Target="/ppt/media/image25.png" Id="Re48c97bd77e24495" /><Relationship Type="http://schemas.openxmlformats.org/officeDocument/2006/relationships/image" Target="/ppt/media/image14.png" Id="R0f1483556a2543d2" /><Relationship Type="http://schemas.openxmlformats.org/officeDocument/2006/relationships/image" Target="/ppt/media/image26.png" Id="R794d40bbd47c4fc8" /><Relationship Type="http://schemas.openxmlformats.org/officeDocument/2006/relationships/notesSlide" Target="/ppt/notesSlides/notesSlide52.xml" Id="R2e7e91130dc840d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5203958f2134f43" /><Relationship Type="http://schemas.openxmlformats.org/officeDocument/2006/relationships/image" Target="/ppt/media/image4.png" Id="R4875e7de7b2d4d91" /><Relationship Type="http://schemas.openxmlformats.org/officeDocument/2006/relationships/notesSlide" Target="/ppt/notesSlides/notesSlide53.xml" Id="R927df3d715aa4e1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2b3d2d864ae4a7e" /><Relationship Type="http://schemas.openxmlformats.org/officeDocument/2006/relationships/image" Target="/ppt/media/image4.png" Id="Rbcc5afc0b7ae4a3f" /><Relationship Type="http://schemas.openxmlformats.org/officeDocument/2006/relationships/notesSlide" Target="/ppt/notesSlides/notesSlide54.xml" Id="R118954f6a6544a9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30c96fe1d534117" /><Relationship Type="http://schemas.openxmlformats.org/officeDocument/2006/relationships/image" Target="/ppt/media/image26.png" Id="Raf3de29d93874a19" /><Relationship Type="http://schemas.openxmlformats.org/officeDocument/2006/relationships/notesSlide" Target="/ppt/notesSlides/notesSlide55.xml" Id="R36a4848664f34cd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1caa5515de314939" /><Relationship Type="http://schemas.openxmlformats.org/officeDocument/2006/relationships/notesSlide" Target="/ppt/notesSlides/notesSlide56.xml" Id="R08d9067c717f44d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1a9a9a2d81a4a96" /><Relationship Type="http://schemas.openxmlformats.org/officeDocument/2006/relationships/image" Target="/ppt/media/image27.png" Id="R732ef8768ee6450c" /><Relationship Type="http://schemas.openxmlformats.org/officeDocument/2006/relationships/image" Target="/ppt/media/image23.png" Id="Rcf363c228a3f45ab" /><Relationship Type="http://schemas.openxmlformats.org/officeDocument/2006/relationships/notesSlide" Target="/ppt/notesSlides/notesSlide57.xml" Id="R2a2f7b7ae724417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f891f5bbd2d465c" /><Relationship Type="http://schemas.openxmlformats.org/officeDocument/2006/relationships/image" Target="/ppt/media/image.png" Id="R58e636aeac274a97" /><Relationship Type="http://schemas.openxmlformats.org/officeDocument/2006/relationships/image" Target="/ppt/media/image28.png" Id="Re3b78710fee641a5" /><Relationship Type="http://schemas.openxmlformats.org/officeDocument/2006/relationships/image" Target="/ppt/media/image29.png" Id="R3f793dbe2e344fbf" /><Relationship Type="http://schemas.openxmlformats.org/officeDocument/2006/relationships/image" Target="/ppt/media/image4.png" Id="R08e259a70fd44815" /><Relationship Type="http://schemas.openxmlformats.org/officeDocument/2006/relationships/notesSlide" Target="/ppt/notesSlides/notesSlide58.xml" Id="R7d285d871d5d4734"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4959a989c734418d">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cbc766803bf74899"/>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2b61559f572f4529"/>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bf83eba95f0f412e"/>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11c81c64278e4d35"/>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 up Claude &amp;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9F00A3B-BBD7-4999-B22F-5F1BC2FB40A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58</a:t>
            </a:r>
          </a:p>
        </p:txBody>
      </p:sp>
      <p:sp>
        <p:nvSpPr>
          <p:cNvPr id="8" name="Text 6">
            <a:extLst xmlns:a="http://schemas.openxmlformats.org/drawingml/2006/main">
              <a:ext uri="{FF2B5EF4-FFF2-40B4-BE49-F238E27FC236}">
                <a16:creationId xmlns:a16="http://schemas.microsoft.com/office/drawing/2014/main" id="{7B504E53-363A-40E9-BE1D-0E7C9D45714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you'll learn</a:t>
            </a:r>
          </a:p>
        </p:txBody>
      </p:sp>
      <p:sp>
        <p:nvSpPr>
          <p:cNvPr id="9" name="Text 7">
            <a:extLst xmlns:a="http://schemas.openxmlformats.org/drawingml/2006/main">
              <a:ext uri="{FF2B5EF4-FFF2-40B4-BE49-F238E27FC236}">
                <a16:creationId xmlns:a16="http://schemas.microsoft.com/office/drawing/2014/main" id="{7CF7CDE6-1F19-4E78-9EC6-1BB381C5D119}"/>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parts, a clear path from zero to running analyses.</a:t>
            </a:r>
          </a:p>
        </p:txBody>
      </p:sp>
      <p:sp>
        <p:nvSpPr>
          <p:cNvPr id="10" name="Shape 8">
            <a:extLst xmlns:a="http://schemas.openxmlformats.org/drawingml/2006/main">
              <a:ext uri="{FF2B5EF4-FFF2-40B4-BE49-F238E27FC236}">
                <a16:creationId xmlns:a16="http://schemas.microsoft.com/office/drawing/2014/main" id="{28B8C04A-384C-4B71-BC4D-EA5D01B197A7}"/>
              </a:ext>
            </a:extLst>
          </p:cNvPr>
          <p:cNvSpPr>
            <a:spLocks xmlns:a="http://schemas.openxmlformats.org/drawingml/2006/main" noGrp="1"/>
          </p:cNvSpPr>
          <p:nvPr/>
        </p:nvSpPr>
        <p:spPr>
          <a:xfrm xmlns:a="http://schemas.openxmlformats.org/drawingml/2006/main">
            <a:off x="50292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AF350DC-AD47-4C11-8167-AA62C7DAD849}"/>
              </a:ext>
            </a:extLst>
          </p:cNvPr>
          <p:cNvSpPr>
            <a:spLocks xmlns:a="http://schemas.openxmlformats.org/drawingml/2006/main" noGrp="1"/>
          </p:cNvSpPr>
          <p:nvPr/>
        </p:nvSpPr>
        <p:spPr>
          <a:xfrm xmlns:a="http://schemas.openxmlformats.org/drawingml/2006/main">
            <a:off x="50292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1DB9917-0986-41F1-AB6B-449BA228BFDE}"/>
              </a:ext>
            </a:extLst>
          </p:cNvPr>
          <p:cNvSpPr>
            <a:spLocks xmlns:a="http://schemas.openxmlformats.org/drawingml/2006/main" noGrp="1"/>
          </p:cNvSpPr>
          <p:nvPr/>
        </p:nvSpPr>
        <p:spPr>
          <a:xfrm xmlns:a="http://schemas.openxmlformats.org/drawingml/2006/main">
            <a:off x="73152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73b179580fa94439"/>
          <a:stretch xmlns:a="http://schemas.openxmlformats.org/drawingml/2006/main">
            <a:fillRect l="0" t="0" r="0" b="0"/>
          </a:stretch>
        </p:blipFill>
        <p:spPr>
          <a:xfrm xmlns:a="http://schemas.openxmlformats.org/drawingml/2006/main">
            <a:off x="2499360" y="2029968"/>
            <a:ext cx="329184" cy="329184"/>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F2E2532C-1C27-4094-9638-075D9387A679}"/>
              </a:ext>
            </a:extLst>
          </p:cNvPr>
          <p:cNvSpPr>
            <a:spLocks xmlns:a="http://schemas.openxmlformats.org/drawingml/2006/main" noGrp="1"/>
          </p:cNvSpPr>
          <p:nvPr/>
        </p:nvSpPr>
        <p:spPr>
          <a:xfrm xmlns:a="http://schemas.openxmlformats.org/drawingml/2006/main">
            <a:off x="73152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Download and set up</a:t>
            </a:r>
          </a:p>
        </p:txBody>
      </p:sp>
      <p:sp>
        <p:nvSpPr>
          <p:cNvPr id="15" name="Text 12">
            <a:extLst xmlns:a="http://schemas.openxmlformats.org/drawingml/2006/main">
              <a:ext uri="{FF2B5EF4-FFF2-40B4-BE49-F238E27FC236}">
                <a16:creationId xmlns:a16="http://schemas.microsoft.com/office/drawing/2014/main" id="{07AEE548-C385-42AA-B1B2-CA77AB85B93F}"/>
              </a:ext>
            </a:extLst>
          </p:cNvPr>
          <p:cNvSpPr>
            <a:spLocks xmlns:a="http://schemas.openxmlformats.org/drawingml/2006/main" noGrp="1"/>
          </p:cNvSpPr>
          <p:nvPr/>
        </p:nvSpPr>
        <p:spPr>
          <a:xfrm xmlns:a="http://schemas.openxmlformats.org/drawingml/2006/main">
            <a:off x="73152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Install R and download the 5.2.0-rc.6 package from the GitHub Releases page. One-time work.</a:t>
            </a:r>
          </a:p>
        </p:txBody>
      </p:sp>
      <p:sp>
        <p:nvSpPr>
          <p:cNvPr id="16" name="Shape 13">
            <a:extLst xmlns:a="http://schemas.openxmlformats.org/drawingml/2006/main">
              <a:ext uri="{FF2B5EF4-FFF2-40B4-BE49-F238E27FC236}">
                <a16:creationId xmlns:a16="http://schemas.microsoft.com/office/drawing/2014/main" id="{9CE02BD5-B856-4131-9BE5-74F2AFF06D07}"/>
              </a:ext>
            </a:extLst>
          </p:cNvPr>
          <p:cNvSpPr>
            <a:spLocks xmlns:a="http://schemas.openxmlformats.org/drawingml/2006/main" noGrp="1"/>
          </p:cNvSpPr>
          <p:nvPr/>
        </p:nvSpPr>
        <p:spPr>
          <a:xfrm xmlns:a="http://schemas.openxmlformats.org/drawingml/2006/main">
            <a:off x="327660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CF9AF7FD-1873-4EB3-B6D0-B835DF9117F4}"/>
              </a:ext>
            </a:extLst>
          </p:cNvPr>
          <p:cNvSpPr>
            <a:spLocks xmlns:a="http://schemas.openxmlformats.org/drawingml/2006/main" noGrp="1"/>
          </p:cNvSpPr>
          <p:nvPr/>
        </p:nvSpPr>
        <p:spPr>
          <a:xfrm xmlns:a="http://schemas.openxmlformats.org/drawingml/2006/main">
            <a:off x="327660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270CB173-7B3F-4FEB-8B2F-0FE8E7D62910}"/>
              </a:ext>
            </a:extLst>
          </p:cNvPr>
          <p:cNvSpPr>
            <a:spLocks xmlns:a="http://schemas.openxmlformats.org/drawingml/2006/main" noGrp="1"/>
          </p:cNvSpPr>
          <p:nvPr/>
        </p:nvSpPr>
        <p:spPr>
          <a:xfrm xmlns:a="http://schemas.openxmlformats.org/drawingml/2006/main">
            <a:off x="350520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e0142fd37ace41b0"/>
          <a:stretch xmlns:a="http://schemas.openxmlformats.org/drawingml/2006/main">
            <a:fillRect l="0" t="0" r="0" b="0"/>
          </a:stretch>
        </p:blipFill>
        <p:spPr>
          <a:xfrm xmlns:a="http://schemas.openxmlformats.org/drawingml/2006/main">
            <a:off x="5273040" y="2029968"/>
            <a:ext cx="329184" cy="32918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97EDE18A-B809-4C27-A6E6-AC48F44C7361}"/>
              </a:ext>
            </a:extLst>
          </p:cNvPr>
          <p:cNvSpPr>
            <a:spLocks xmlns:a="http://schemas.openxmlformats.org/drawingml/2006/main" noGrp="1"/>
          </p:cNvSpPr>
          <p:nvPr/>
        </p:nvSpPr>
        <p:spPr>
          <a:xfrm xmlns:a="http://schemas.openxmlformats.org/drawingml/2006/main">
            <a:off x="350520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Use the wizard or the dashboard</a:t>
            </a:r>
          </a:p>
        </p:txBody>
      </p:sp>
      <p:sp>
        <p:nvSpPr>
          <p:cNvPr id="21" name="Text 17">
            <a:extLst xmlns:a="http://schemas.openxmlformats.org/drawingml/2006/main">
              <a:ext uri="{FF2B5EF4-FFF2-40B4-BE49-F238E27FC236}">
                <a16:creationId xmlns:a16="http://schemas.microsoft.com/office/drawing/2014/main" id="{21CE799C-C200-4BB2-997D-78FA3A4E47A1}"/>
              </a:ext>
            </a:extLst>
          </p:cNvPr>
          <p:cNvSpPr>
            <a:spLocks xmlns:a="http://schemas.openxmlformats.org/drawingml/2006/main" noGrp="1"/>
          </p:cNvSpPr>
          <p:nvPr/>
        </p:nvSpPr>
        <p:spPr>
          <a:xfrm xmlns:a="http://schemas.openxmlformats.org/drawingml/2006/main">
            <a:off x="350520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Three workflows: year-specific poverty, anchored poverty, and real mean welfare.</a:t>
            </a:r>
          </a:p>
        </p:txBody>
      </p:sp>
      <p:sp>
        <p:nvSpPr>
          <p:cNvPr id="22" name="Shape 18">
            <a:extLst xmlns:a="http://schemas.openxmlformats.org/drawingml/2006/main">
              <a:ext uri="{FF2B5EF4-FFF2-40B4-BE49-F238E27FC236}">
                <a16:creationId xmlns:a16="http://schemas.microsoft.com/office/drawing/2014/main" id="{F1FF3E4F-8251-4B0C-B448-7161618E9A89}"/>
              </a:ext>
            </a:extLst>
          </p:cNvPr>
          <p:cNvSpPr>
            <a:spLocks xmlns:a="http://schemas.openxmlformats.org/drawingml/2006/main" noGrp="1"/>
          </p:cNvSpPr>
          <p:nvPr/>
        </p:nvSpPr>
        <p:spPr>
          <a:xfrm xmlns:a="http://schemas.openxmlformats.org/drawingml/2006/main">
            <a:off x="605028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E278236-C266-47D5-8E6E-50368B66D563}"/>
              </a:ext>
            </a:extLst>
          </p:cNvPr>
          <p:cNvSpPr>
            <a:spLocks xmlns:a="http://schemas.openxmlformats.org/drawingml/2006/main" noGrp="1"/>
          </p:cNvSpPr>
          <p:nvPr/>
        </p:nvSpPr>
        <p:spPr>
          <a:xfrm xmlns:a="http://schemas.openxmlformats.org/drawingml/2006/main">
            <a:off x="605028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469979A4-7E8E-43AD-BD05-33C0F9BCEA1C}"/>
              </a:ext>
            </a:extLst>
          </p:cNvPr>
          <p:cNvSpPr>
            <a:spLocks xmlns:a="http://schemas.openxmlformats.org/drawingml/2006/main" noGrp="1"/>
          </p:cNvSpPr>
          <p:nvPr/>
        </p:nvSpPr>
        <p:spPr>
          <a:xfrm xmlns:a="http://schemas.openxmlformats.org/drawingml/2006/main">
            <a:off x="627888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91adf092a8d04619"/>
          <a:stretch xmlns:a="http://schemas.openxmlformats.org/drawingml/2006/main">
            <a:fillRect l="0" t="0" r="0" b="0"/>
          </a:stretch>
        </p:blipFill>
        <p:spPr>
          <a:xfrm xmlns:a="http://schemas.openxmlformats.org/drawingml/2006/main">
            <a:off x="8046720" y="2029968"/>
            <a:ext cx="329184" cy="32918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1CBBD55-5E24-4E9E-B57A-62E14198E3E8}"/>
              </a:ext>
            </a:extLst>
          </p:cNvPr>
          <p:cNvSpPr>
            <a:spLocks xmlns:a="http://schemas.openxmlformats.org/drawingml/2006/main" noGrp="1"/>
          </p:cNvSpPr>
          <p:nvPr/>
        </p:nvSpPr>
        <p:spPr>
          <a:xfrm xmlns:a="http://schemas.openxmlformats.org/drawingml/2006/main">
            <a:off x="627888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Add an AI Assistant (optional)</a:t>
            </a:r>
          </a:p>
        </p:txBody>
      </p:sp>
      <p:sp>
        <p:nvSpPr>
          <p:cNvPr id="27" name="Text 22">
            <a:extLst xmlns:a="http://schemas.openxmlformats.org/drawingml/2006/main">
              <a:ext uri="{FF2B5EF4-FFF2-40B4-BE49-F238E27FC236}">
                <a16:creationId xmlns:a16="http://schemas.microsoft.com/office/drawing/2014/main" id="{10BDED7C-3587-4013-B174-B9A9B5315877}"/>
              </a:ext>
            </a:extLst>
          </p:cNvPr>
          <p:cNvSpPr>
            <a:spLocks xmlns:a="http://schemas.openxmlformats.org/drawingml/2006/main" noGrp="1"/>
          </p:cNvSpPr>
          <p:nvPr/>
        </p:nvSpPr>
        <p:spPr>
          <a:xfrm xmlns:a="http://schemas.openxmlformats.org/drawingml/2006/main">
            <a:off x="627888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Use an approved provider or gateway only after acknowledging the external transfer; then enter a key.</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58</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launchers: open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d8e93e99e43f4e87"/>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Readiness diagnostics</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7e2fcdff1ff54c0f"/>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1 — 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03e18fb4d31a4eae"/>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2 — 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be2e0e05215a4d25"/>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3 — 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58</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388278218b854b73"/>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2ca7eda34a30443b"/>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279a7ade0c64b1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62F621-5A62-4069-A296-8A05D74E409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1256B9E-92D8-432E-99CA-19005EE85E6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893FAFE-5E2B-44D2-87F3-033E7D4A4E7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D96123B5-FD5D-48B7-96F2-0A40A41E51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42EC003-C6A4-4796-8F75-611D6E4F60AB}"/>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4D0714E-E727-4FFB-A0FF-993AD6796AF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58</a:t>
            </a:r>
          </a:p>
        </p:txBody>
      </p:sp>
      <p:sp>
        <p:nvSpPr>
          <p:cNvPr id="8" name="Text 6">
            <a:extLst xmlns:a="http://schemas.openxmlformats.org/drawingml/2006/main">
              <a:ext uri="{FF2B5EF4-FFF2-40B4-BE49-F238E27FC236}">
                <a16:creationId xmlns:a16="http://schemas.microsoft.com/office/drawing/2014/main" id="{03BCC951-CE60-4B9C-98F7-86357B46626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three-step pipeline</a:t>
            </a:r>
          </a:p>
        </p:txBody>
      </p:sp>
      <p:sp>
        <p:nvSpPr>
          <p:cNvPr id="9" name="Text 7">
            <a:extLst xmlns:a="http://schemas.openxmlformats.org/drawingml/2006/main">
              <a:ext uri="{FF2B5EF4-FFF2-40B4-BE49-F238E27FC236}">
                <a16:creationId xmlns:a16="http://schemas.microsoft.com/office/drawing/2014/main" id="{42E33782-081F-4695-9CC0-8CCA1A8CABC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xmlns:a="http://schemas.openxmlformats.org/drawingml/2006/main">
              <a:ext uri="{FF2B5EF4-FFF2-40B4-BE49-F238E27FC236}">
                <a16:creationId xmlns:a16="http://schemas.microsoft.com/office/drawing/2014/main" id="{FD72CCC7-6A26-481F-BF50-8E809040044A}"/>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FCC2F64-B54E-4922-B5C7-251D8428FBB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6E6D77-802C-4736-8E79-E205C90262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1</a:t>
            </a:r>
          </a:p>
        </p:txBody>
      </p:sp>
      <p:sp>
        <p:nvSpPr>
          <p:cNvPr id="13" name="Text 11">
            <a:extLst xmlns:a="http://schemas.openxmlformats.org/drawingml/2006/main">
              <a:ext uri="{FF2B5EF4-FFF2-40B4-BE49-F238E27FC236}">
                <a16:creationId xmlns:a16="http://schemas.microsoft.com/office/drawing/2014/main" id="{6797ACD8-947B-43FB-943D-C43CBCFE4458}"/>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UFH</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800f7d05138f4e49"/>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4F2007D5-CC6F-4D4E-A770-918B2A82065E}"/>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Univariate Fay–Herriot</a:t>
            </a:r>
          </a:p>
        </p:txBody>
      </p:sp>
      <p:sp>
        <p:nvSpPr>
          <p:cNvPr id="16" name="Text 13">
            <a:extLst xmlns:a="http://schemas.openxmlformats.org/drawingml/2006/main">
              <a:ext uri="{FF2B5EF4-FFF2-40B4-BE49-F238E27FC236}">
                <a16:creationId xmlns:a16="http://schemas.microsoft.com/office/drawing/2014/main" id="{055143E5-2E6F-4939-B19A-6551DDB7A453}"/>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Fits one model per year, independently. A solid baseline.</a:t>
            </a:r>
          </a:p>
        </p:txBody>
      </p:sp>
      <p:sp>
        <p:nvSpPr>
          <p:cNvPr id="17" name="Shape 14">
            <a:extLst xmlns:a="http://schemas.openxmlformats.org/drawingml/2006/main">
              <a:ext uri="{FF2B5EF4-FFF2-40B4-BE49-F238E27FC236}">
                <a16:creationId xmlns:a16="http://schemas.microsoft.com/office/drawing/2014/main" id="{3DAE8237-31E4-4EA2-BBD7-52A833ED2B2A}"/>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13195E-36E8-4B00-92CB-A6FCB197E426}"/>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B7A56C09-CB3B-4182-AB5F-DF4D51642BCC}"/>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2</a:t>
            </a:r>
          </a:p>
        </p:txBody>
      </p:sp>
      <p:sp>
        <p:nvSpPr>
          <p:cNvPr id="20" name="Text 17">
            <a:extLst xmlns:a="http://schemas.openxmlformats.org/drawingml/2006/main">
              <a:ext uri="{FF2B5EF4-FFF2-40B4-BE49-F238E27FC236}">
                <a16:creationId xmlns:a16="http://schemas.microsoft.com/office/drawing/2014/main" id="{DC967DF3-F583-4042-A2B8-69D5BBF877AF}"/>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MFH</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31d92cf3cef5464a"/>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16ACDA2-6FBD-49ED-AF07-F0248A1806CE}"/>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Multivariate Fay–Herriot</a:t>
            </a:r>
          </a:p>
        </p:txBody>
      </p:sp>
      <p:sp>
        <p:nvSpPr>
          <p:cNvPr id="23" name="Text 19">
            <a:extLst xmlns:a="http://schemas.openxmlformats.org/drawingml/2006/main">
              <a:ext uri="{FF2B5EF4-FFF2-40B4-BE49-F238E27FC236}">
                <a16:creationId xmlns:a16="http://schemas.microsoft.com/office/drawing/2014/main" id="{BEEBD628-0F2E-45E8-9DF4-A2054B42AE76}"/>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Jointly models years, borrowing strength across time.</a:t>
            </a:r>
          </a:p>
        </p:txBody>
      </p:sp>
      <p:sp>
        <p:nvSpPr>
          <p:cNvPr id="24" name="Shape 20">
            <a:extLst xmlns:a="http://schemas.openxmlformats.org/drawingml/2006/main">
              <a:ext uri="{FF2B5EF4-FFF2-40B4-BE49-F238E27FC236}">
                <a16:creationId xmlns:a16="http://schemas.microsoft.com/office/drawing/2014/main" id="{E702CD59-1830-4950-AD18-F05B5AE3B62A}"/>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503E2E17-049A-4DA6-B781-6926438D7A45}"/>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DB4B5C92-5712-4CE0-AF89-3F61762CE181}"/>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3</a:t>
            </a:r>
          </a:p>
        </p:txBody>
      </p:sp>
      <p:sp>
        <p:nvSpPr>
          <p:cNvPr id="27" name="Text 23">
            <a:extLst xmlns:a="http://schemas.openxmlformats.org/drawingml/2006/main">
              <a:ext uri="{FF2B5EF4-FFF2-40B4-BE49-F238E27FC236}">
                <a16:creationId xmlns:a16="http://schemas.microsoft.com/office/drawing/2014/main" id="{F28E04FB-AD83-4B1C-B760-C64179CF737E}"/>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Compare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c856e7598d984d6b"/>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5CE08E7-7DDA-436A-93E9-835AA692B65B}"/>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 vs MFH</a:t>
            </a:r>
          </a:p>
        </p:txBody>
      </p:sp>
      <p:sp>
        <p:nvSpPr>
          <p:cNvPr id="30" name="Text 25">
            <a:extLst xmlns:a="http://schemas.openxmlformats.org/drawingml/2006/main">
              <a:ext uri="{FF2B5EF4-FFF2-40B4-BE49-F238E27FC236}">
                <a16:creationId xmlns:a16="http://schemas.microsoft.com/office/drawing/2014/main" id="{3FFCB2C9-A9E2-4DED-82EE-5E3085E4B709}"/>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6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datasets to prepare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213d0f63e31b41c1"/>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4b90a4ac60664e83"/>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Shapefile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30fb5a8e664e4f25"/>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be11c2a597154273"/>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11631eb2094b4787"/>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81671646626349db"/>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58</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One row per year, with a year column and CPI values. Needed to convert current-price welfare to real welfare; also used by the proposed anchored-line CPI route.</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population totals by domain and year. If omitted, the app estimates domain populations as the sum of survey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national or regional targets by year. Use the same indicator definition and price basis as the analysis. These are separate from population totals.</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format, income-year alignment and price base are explained in each relevant workflow.</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58</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shortcut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Set the essentials - the defaults handle the rest.</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the 5.2.0-rc.6 zip from GitHub Releases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
(Start_Wizard.bat or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onsolas"/>
                <a:ea typeface="Consolas"/>
                <a:cs typeface="Consolas"/>
              </a:rPr>
              <a:t>Browse data files from any folder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Pick analysis years and optional run label</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e.g., 2012, 2013</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Choose survey, auxiliary, and geometry files</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survey + auxiliary + geometry</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Map key variables</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weight, hhsize, welfare</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8</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Confirm PSU consistency</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select whether PSUs are consistent across years</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9</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paste a Claude or ChatGPT key for diagnostics</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10</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11</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Run Analysis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f85521fb5c0343a1"/>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0469f96de12b4b44">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15de323ccd01422f"/>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8DE6B745-86EE-44F6-9284-7CF23F04E57B}"/>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and download the EU SAE Dashboard.</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10 / 58</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58</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RStudio is strongly recommended; AI remains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a11da0b5b4014a78"/>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 approved versions work</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571781e499e6428f"/>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Dashboard</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itself - from the GitHub Releases page</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c7ab62fb0de4680"/>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RStudio — strongly recommended</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71900"/>
            <a:ext cx="2924175" cy="4381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Install the latest stable version compatible with your computer, after installing R.</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248150"/>
            <a:ext cx="292417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AA7D9"/>
                </a:solidFill>
                <a:latin typeface="Consolas"/>
                <a:ea typeface="Consolas"/>
                <a:cs typeface="Consolas"/>
              </a:rPr>
              <a:t>posit.co/download/rstudio-desktop</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96c2ad0bbb8942bb"/>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52850"/>
            <a:ext cx="2924175" cy="4095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RStudio includes Pandoc for HTML and Word reports.</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10050"/>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alibri"/>
                <a:ea typeface="Calibri"/>
                <a:cs typeface="Calibri"/>
              </a:rPr>
              <a:t>Automatic download remains a fallback.</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58</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Click Download R for Windows, Mac,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Install R 4.2+ using your approved version</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The absolute latest R release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3df820bae365458f"/>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58</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dashboard</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Download the 5.2.0-rc.6 package from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app.R + Start_Here/</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docs/ + Data/</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14 / 58</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wizard</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On macOS, if blocked on first launch, Control-click the file and choose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2f036b14d20a4e29"/>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The app opens</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After package setup finishes,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c5c6883045814b77"/>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You land on the main workspace.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d8ff6aecb02b4fc1"/>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BD22DB-F4E2-406A-A045-B4849B46F63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96CF35-C978-4FC4-A8C0-D8D027BD3AF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0D72975-06B8-456D-B49F-C7EC50CB026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4 OF 4</a:t>
            </a:r>
          </a:p>
        </p:txBody>
      </p:sp>
      <p:sp>
        <p:nvSpPr>
          <p:cNvPr id="5" name="Shape 3">
            <a:extLst xmlns:a="http://schemas.openxmlformats.org/drawingml/2006/main">
              <a:ext uri="{FF2B5EF4-FFF2-40B4-BE49-F238E27FC236}">
                <a16:creationId xmlns:a16="http://schemas.microsoft.com/office/drawing/2014/main" id="{763BFBE2-34E6-494D-B40A-0FB4327C423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C5F36E2-8EBD-4C09-855C-37E3A78CD94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C106723-7679-4FDE-BCEF-0167079E416A}"/>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58</a:t>
            </a:r>
          </a:p>
        </p:txBody>
      </p:sp>
      <p:sp>
        <p:nvSpPr>
          <p:cNvPr id="8" name="Text 6">
            <a:extLst xmlns:a="http://schemas.openxmlformats.org/drawingml/2006/main">
              <a:ext uri="{FF2B5EF4-FFF2-40B4-BE49-F238E27FC236}">
                <a16:creationId xmlns:a16="http://schemas.microsoft.com/office/drawing/2014/main" id="{4D6FB098-1239-4D03-A9D2-885DD6E5A4B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Automatic package installation</a:t>
            </a:r>
          </a:p>
        </p:txBody>
      </p:sp>
      <p:sp>
        <p:nvSpPr>
          <p:cNvPr id="9" name="Text 7">
            <a:extLst xmlns:a="http://schemas.openxmlformats.org/drawingml/2006/main">
              <a:ext uri="{FF2B5EF4-FFF2-40B4-BE49-F238E27FC236}">
                <a16:creationId xmlns:a16="http://schemas.microsoft.com/office/drawing/2014/main" id="{FF40EC62-02C5-4A4C-8A49-37C5797D545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What happens next: the launcher checks R packages and installs any that are missing.</a:t>
            </a:r>
          </a:p>
        </p:txBody>
      </p:sp>
      <p:sp>
        <p:nvSpPr>
          <p:cNvPr id="10" name="Shape 8">
            <a:extLst xmlns:a="http://schemas.openxmlformats.org/drawingml/2006/main">
              <a:ext uri="{FF2B5EF4-FFF2-40B4-BE49-F238E27FC236}">
                <a16:creationId xmlns:a16="http://schemas.microsoft.com/office/drawing/2014/main" id="{78AEBCA3-F1E9-4D0A-ABCB-86D8C18E967A}"/>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244842D-07BA-4B68-9334-2A5B4F0B3B2D}"/>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E91B342-40EC-41AE-A82C-B4B0E8D474A1}"/>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onsolas"/>
                <a:ea typeface="Consolas"/>
                <a:cs typeface="Consolas"/>
              </a:rPr>
              <a:t>Runs automatically on first launch</a:t>
            </a:r>
          </a:p>
        </p:txBody>
      </p:sp>
      <p:sp>
        <p:nvSpPr>
          <p:cNvPr id="13" name="Text 11">
            <a:extLst xmlns:a="http://schemas.openxmlformats.org/drawingml/2006/main">
              <a:ext uri="{FF2B5EF4-FFF2-40B4-BE49-F238E27FC236}">
                <a16:creationId xmlns:a16="http://schemas.microsoft.com/office/drawing/2014/main" id="{928BD5CC-30F4-4773-A803-69D63CCC72F6}"/>
              </a:ext>
            </a:extLst>
          </p:cNvPr>
          <p:cNvSpPr>
            <a:spLocks xmlns:a="http://schemas.openxmlformats.org/drawingml/2006/main" noGrp="1"/>
          </p:cNvSpPr>
          <p:nvPr/>
        </p:nvSpPr>
        <p:spPr>
          <a:xfrm xmlns:a="http://schemas.openxmlformats.org/drawingml/2006/main">
            <a:off x="502920" y="242316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7A8CAE"/>
                </a:solidFill>
                <a:latin typeface="Calibri"/>
                <a:ea typeface="Calibri"/>
                <a:cs typeface="Calibri"/>
              </a:rPr>
              <a:t>Keep the launch window open. Internet access is needed to download missing packages.</a:t>
            </a:r>
          </a:p>
        </p:txBody>
      </p:sp>
      <p:sp>
        <p:nvSpPr>
          <p:cNvPr id="14" name="Shape 12">
            <a:extLst xmlns:a="http://schemas.openxmlformats.org/drawingml/2006/main">
              <a:ext uri="{FF2B5EF4-FFF2-40B4-BE49-F238E27FC236}">
                <a16:creationId xmlns:a16="http://schemas.microsoft.com/office/drawing/2014/main" id="{14EEE255-5634-4BCD-AAF5-5C712787FBA4}"/>
              </a:ext>
            </a:extLst>
          </p:cNvPr>
          <p:cNvSpPr>
            <a:spLocks xmlns:a="http://schemas.openxmlformats.org/drawingml/2006/main" noGrp="1"/>
          </p:cNvSpPr>
          <p:nvPr/>
        </p:nvSpPr>
        <p:spPr>
          <a:xfrm xmlns:a="http://schemas.openxmlformats.org/drawingml/2006/main">
            <a:off x="50292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AEA9F45-4ECA-4CDB-BA4A-5A5C96385140}"/>
              </a:ext>
            </a:extLst>
          </p:cNvPr>
          <p:cNvSpPr>
            <a:spLocks xmlns:a="http://schemas.openxmlformats.org/drawingml/2006/main" noGrp="1"/>
          </p:cNvSpPr>
          <p:nvPr/>
        </p:nvSpPr>
        <p:spPr>
          <a:xfrm xmlns:a="http://schemas.openxmlformats.org/drawingml/2006/main">
            <a:off x="50292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BD5CEAC7-6B41-46C1-9643-FCB53681637B}"/>
              </a:ext>
            </a:extLst>
          </p:cNvPr>
          <p:cNvSpPr>
            <a:spLocks xmlns:a="http://schemas.openxmlformats.org/drawingml/2006/main" noGrp="1"/>
          </p:cNvSpPr>
          <p:nvPr/>
        </p:nvSpPr>
        <p:spPr>
          <a:xfrm xmlns:a="http://schemas.openxmlformats.org/drawingml/2006/main">
            <a:off x="70408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Shiny UI</a:t>
            </a:r>
          </a:p>
        </p:txBody>
      </p:sp>
      <p:sp>
        <p:nvSpPr>
          <p:cNvPr id="17" name="Text 15">
            <a:extLst xmlns:a="http://schemas.openxmlformats.org/drawingml/2006/main">
              <a:ext uri="{FF2B5EF4-FFF2-40B4-BE49-F238E27FC236}">
                <a16:creationId xmlns:a16="http://schemas.microsoft.com/office/drawing/2014/main" id="{343E18A6-8F54-4D3D-9AB2-9316F3836A97}"/>
              </a:ext>
            </a:extLst>
          </p:cNvPr>
          <p:cNvSpPr>
            <a:spLocks xmlns:a="http://schemas.openxmlformats.org/drawingml/2006/main" noGrp="1"/>
          </p:cNvSpPr>
          <p:nvPr/>
        </p:nvSpPr>
        <p:spPr>
          <a:xfrm xmlns:a="http://schemas.openxmlformats.org/drawingml/2006/main">
            <a:off x="70408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shiny</a:t>
            </a:r>
          </a:p>
        </p:txBody>
      </p:sp>
      <p:sp>
        <p:nvSpPr>
          <p:cNvPr id="18" name="Shape 16">
            <a:extLst xmlns:a="http://schemas.openxmlformats.org/drawingml/2006/main">
              <a:ext uri="{FF2B5EF4-FFF2-40B4-BE49-F238E27FC236}">
                <a16:creationId xmlns:a16="http://schemas.microsoft.com/office/drawing/2014/main" id="{7D1757E0-A588-4B6A-9EBC-983077103C2E}"/>
              </a:ext>
            </a:extLst>
          </p:cNvPr>
          <p:cNvSpPr>
            <a:spLocks xmlns:a="http://schemas.openxmlformats.org/drawingml/2006/main" noGrp="1"/>
          </p:cNvSpPr>
          <p:nvPr/>
        </p:nvSpPr>
        <p:spPr>
          <a:xfrm xmlns:a="http://schemas.openxmlformats.org/drawingml/2006/main">
            <a:off x="327660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E6B6FC8-0F0E-4883-8035-714263DA4643}"/>
              </a:ext>
            </a:extLst>
          </p:cNvPr>
          <p:cNvSpPr>
            <a:spLocks xmlns:a="http://schemas.openxmlformats.org/drawingml/2006/main" noGrp="1"/>
          </p:cNvSpPr>
          <p:nvPr/>
        </p:nvSpPr>
        <p:spPr>
          <a:xfrm xmlns:a="http://schemas.openxmlformats.org/drawingml/2006/main">
            <a:off x="327660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A0AB043-19D6-410D-B09F-13A8640B7A3F}"/>
              </a:ext>
            </a:extLst>
          </p:cNvPr>
          <p:cNvSpPr>
            <a:spLocks xmlns:a="http://schemas.openxmlformats.org/drawingml/2006/main" noGrp="1"/>
          </p:cNvSpPr>
          <p:nvPr/>
        </p:nvSpPr>
        <p:spPr>
          <a:xfrm xmlns:a="http://schemas.openxmlformats.org/drawingml/2006/main">
            <a:off x="347776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SAE models</a:t>
            </a:r>
          </a:p>
        </p:txBody>
      </p:sp>
      <p:sp>
        <p:nvSpPr>
          <p:cNvPr id="21" name="Text 19">
            <a:extLst xmlns:a="http://schemas.openxmlformats.org/drawingml/2006/main">
              <a:ext uri="{FF2B5EF4-FFF2-40B4-BE49-F238E27FC236}">
                <a16:creationId xmlns:a16="http://schemas.microsoft.com/office/drawing/2014/main" id="{7F7904BA-EDD2-4C37-B670-D4FB74B9E37B}"/>
              </a:ext>
            </a:extLst>
          </p:cNvPr>
          <p:cNvSpPr>
            <a:spLocks xmlns:a="http://schemas.openxmlformats.org/drawingml/2006/main" noGrp="1"/>
          </p:cNvSpPr>
          <p:nvPr/>
        </p:nvSpPr>
        <p:spPr>
          <a:xfrm xmlns:a="http://schemas.openxmlformats.org/drawingml/2006/main">
            <a:off x="347776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emdi, sae, msae, survey</a:t>
            </a:r>
          </a:p>
        </p:txBody>
      </p:sp>
      <p:sp>
        <p:nvSpPr>
          <p:cNvPr id="22" name="Shape 20">
            <a:extLst xmlns:a="http://schemas.openxmlformats.org/drawingml/2006/main">
              <a:ext uri="{FF2B5EF4-FFF2-40B4-BE49-F238E27FC236}">
                <a16:creationId xmlns:a16="http://schemas.microsoft.com/office/drawing/2014/main" id="{4A1323A2-BD70-460A-9CEC-9A5B9FA44DAF}"/>
              </a:ext>
            </a:extLst>
          </p:cNvPr>
          <p:cNvSpPr>
            <a:spLocks xmlns:a="http://schemas.openxmlformats.org/drawingml/2006/main" noGrp="1"/>
          </p:cNvSpPr>
          <p:nvPr/>
        </p:nvSpPr>
        <p:spPr>
          <a:xfrm xmlns:a="http://schemas.openxmlformats.org/drawingml/2006/main">
            <a:off x="605028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0700F29-7882-4D6E-A2A6-055933F76365}"/>
              </a:ext>
            </a:extLst>
          </p:cNvPr>
          <p:cNvSpPr>
            <a:spLocks xmlns:a="http://schemas.openxmlformats.org/drawingml/2006/main" noGrp="1"/>
          </p:cNvSpPr>
          <p:nvPr/>
        </p:nvSpPr>
        <p:spPr>
          <a:xfrm xmlns:a="http://schemas.openxmlformats.org/drawingml/2006/main">
            <a:off x="605028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78E4B2B5-27E9-4F54-B431-6B336D0540E5}"/>
              </a:ext>
            </a:extLst>
          </p:cNvPr>
          <p:cNvSpPr>
            <a:spLocks xmlns:a="http://schemas.openxmlformats.org/drawingml/2006/main" noGrp="1"/>
          </p:cNvSpPr>
          <p:nvPr/>
        </p:nvSpPr>
        <p:spPr>
          <a:xfrm xmlns:a="http://schemas.openxmlformats.org/drawingml/2006/main">
            <a:off x="625144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wrangling</a:t>
            </a:r>
          </a:p>
        </p:txBody>
      </p:sp>
      <p:sp>
        <p:nvSpPr>
          <p:cNvPr id="25" name="Text 23">
            <a:extLst xmlns:a="http://schemas.openxmlformats.org/drawingml/2006/main">
              <a:ext uri="{FF2B5EF4-FFF2-40B4-BE49-F238E27FC236}">
                <a16:creationId xmlns:a16="http://schemas.microsoft.com/office/drawing/2014/main" id="{DDAC5A23-3047-44A7-9149-55A2433FEE29}"/>
              </a:ext>
            </a:extLst>
          </p:cNvPr>
          <p:cNvSpPr>
            <a:spLocks xmlns:a="http://schemas.openxmlformats.org/drawingml/2006/main" noGrp="1"/>
          </p:cNvSpPr>
          <p:nvPr/>
        </p:nvSpPr>
        <p:spPr>
          <a:xfrm xmlns:a="http://schemas.openxmlformats.org/drawingml/2006/main">
            <a:off x="625144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dplyr, tidyr, data.table, readxl, haven</a:t>
            </a:r>
          </a:p>
        </p:txBody>
      </p:sp>
      <p:sp>
        <p:nvSpPr>
          <p:cNvPr id="26" name="Shape 24">
            <a:extLst xmlns:a="http://schemas.openxmlformats.org/drawingml/2006/main">
              <a:ext uri="{FF2B5EF4-FFF2-40B4-BE49-F238E27FC236}">
                <a16:creationId xmlns:a16="http://schemas.microsoft.com/office/drawing/2014/main" id="{F16CF7D0-B241-4C4A-A195-0760C1391C31}"/>
              </a:ext>
            </a:extLst>
          </p:cNvPr>
          <p:cNvSpPr>
            <a:spLocks xmlns:a="http://schemas.openxmlformats.org/drawingml/2006/main" noGrp="1"/>
          </p:cNvSpPr>
          <p:nvPr/>
        </p:nvSpPr>
        <p:spPr>
          <a:xfrm xmlns:a="http://schemas.openxmlformats.org/drawingml/2006/main">
            <a:off x="50292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A16325B8-771B-4CB8-B354-BCBA788AF57C}"/>
              </a:ext>
            </a:extLst>
          </p:cNvPr>
          <p:cNvSpPr>
            <a:spLocks xmlns:a="http://schemas.openxmlformats.org/drawingml/2006/main" noGrp="1"/>
          </p:cNvSpPr>
          <p:nvPr/>
        </p:nvSpPr>
        <p:spPr>
          <a:xfrm xmlns:a="http://schemas.openxmlformats.org/drawingml/2006/main">
            <a:off x="50292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DF37221-4177-45C6-85EF-9FAA934C29DE}"/>
              </a:ext>
            </a:extLst>
          </p:cNvPr>
          <p:cNvSpPr>
            <a:spLocks xmlns:a="http://schemas.openxmlformats.org/drawingml/2006/main" noGrp="1"/>
          </p:cNvSpPr>
          <p:nvPr/>
        </p:nvSpPr>
        <p:spPr>
          <a:xfrm xmlns:a="http://schemas.openxmlformats.org/drawingml/2006/main">
            <a:off x="70408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Visualization</a:t>
            </a:r>
          </a:p>
        </p:txBody>
      </p:sp>
      <p:sp>
        <p:nvSpPr>
          <p:cNvPr id="29" name="Text 27">
            <a:extLst xmlns:a="http://schemas.openxmlformats.org/drawingml/2006/main">
              <a:ext uri="{FF2B5EF4-FFF2-40B4-BE49-F238E27FC236}">
                <a16:creationId xmlns:a16="http://schemas.microsoft.com/office/drawing/2014/main" id="{AA58E99D-7A69-4EB4-B7BE-484FA3844DEC}"/>
              </a:ext>
            </a:extLst>
          </p:cNvPr>
          <p:cNvSpPr>
            <a:spLocks xmlns:a="http://schemas.openxmlformats.org/drawingml/2006/main" noGrp="1"/>
          </p:cNvSpPr>
          <p:nvPr/>
        </p:nvSpPr>
        <p:spPr>
          <a:xfrm xmlns:a="http://schemas.openxmlformats.org/drawingml/2006/main">
            <a:off x="70408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ggplot2, sf, viridis, patchwork</a:t>
            </a:r>
          </a:p>
        </p:txBody>
      </p:sp>
      <p:sp>
        <p:nvSpPr>
          <p:cNvPr id="30" name="Shape 28">
            <a:extLst xmlns:a="http://schemas.openxmlformats.org/drawingml/2006/main">
              <a:ext uri="{FF2B5EF4-FFF2-40B4-BE49-F238E27FC236}">
                <a16:creationId xmlns:a16="http://schemas.microsoft.com/office/drawing/2014/main" id="{69A85613-F5C8-41E0-83E9-48AB9A739142}"/>
              </a:ext>
            </a:extLst>
          </p:cNvPr>
          <p:cNvSpPr>
            <a:spLocks xmlns:a="http://schemas.openxmlformats.org/drawingml/2006/main" noGrp="1"/>
          </p:cNvSpPr>
          <p:nvPr/>
        </p:nvSpPr>
        <p:spPr>
          <a:xfrm xmlns:a="http://schemas.openxmlformats.org/drawingml/2006/main">
            <a:off x="327660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B5926E2-716A-423D-818D-722A07274499}"/>
              </a:ext>
            </a:extLst>
          </p:cNvPr>
          <p:cNvSpPr>
            <a:spLocks xmlns:a="http://schemas.openxmlformats.org/drawingml/2006/main" noGrp="1"/>
          </p:cNvSpPr>
          <p:nvPr/>
        </p:nvSpPr>
        <p:spPr>
          <a:xfrm xmlns:a="http://schemas.openxmlformats.org/drawingml/2006/main">
            <a:off x="327660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F3A5783C-D912-49DD-9960-D2746F4E612E}"/>
              </a:ext>
            </a:extLst>
          </p:cNvPr>
          <p:cNvSpPr>
            <a:spLocks xmlns:a="http://schemas.openxmlformats.org/drawingml/2006/main" noGrp="1"/>
          </p:cNvSpPr>
          <p:nvPr/>
        </p:nvSpPr>
        <p:spPr>
          <a:xfrm xmlns:a="http://schemas.openxmlformats.org/drawingml/2006/main">
            <a:off x="347776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Documents</a:t>
            </a:r>
          </a:p>
        </p:txBody>
      </p:sp>
      <p:sp>
        <p:nvSpPr>
          <p:cNvPr id="33" name="Text 31">
            <a:extLst xmlns:a="http://schemas.openxmlformats.org/drawingml/2006/main">
              <a:ext uri="{FF2B5EF4-FFF2-40B4-BE49-F238E27FC236}">
                <a16:creationId xmlns:a16="http://schemas.microsoft.com/office/drawing/2014/main" id="{9805F051-D075-4C2C-9FB3-898BEBBAE2F9}"/>
              </a:ext>
            </a:extLst>
          </p:cNvPr>
          <p:cNvSpPr>
            <a:spLocks xmlns:a="http://schemas.openxmlformats.org/drawingml/2006/main" noGrp="1"/>
          </p:cNvSpPr>
          <p:nvPr/>
        </p:nvSpPr>
        <p:spPr>
          <a:xfrm xmlns:a="http://schemas.openxmlformats.org/drawingml/2006/main">
            <a:off x="347776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rmarkdown, knitr, gt, xml2, zip</a:t>
            </a:r>
          </a:p>
        </p:txBody>
      </p:sp>
      <p:sp>
        <p:nvSpPr>
          <p:cNvPr id="34" name="Shape 32">
            <a:extLst xmlns:a="http://schemas.openxmlformats.org/drawingml/2006/main">
              <a:ext uri="{FF2B5EF4-FFF2-40B4-BE49-F238E27FC236}">
                <a16:creationId xmlns:a16="http://schemas.microsoft.com/office/drawing/2014/main" id="{82768806-AA37-4A51-B760-FEFEC0CF3C35}"/>
              </a:ext>
            </a:extLst>
          </p:cNvPr>
          <p:cNvSpPr>
            <a:spLocks xmlns:a="http://schemas.openxmlformats.org/drawingml/2006/main" noGrp="1"/>
          </p:cNvSpPr>
          <p:nvPr/>
        </p:nvSpPr>
        <p:spPr>
          <a:xfrm xmlns:a="http://schemas.openxmlformats.org/drawingml/2006/main">
            <a:off x="605028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CF561D1A-F56C-4674-B8C6-E420DC956D76}"/>
              </a:ext>
            </a:extLst>
          </p:cNvPr>
          <p:cNvSpPr>
            <a:spLocks xmlns:a="http://schemas.openxmlformats.org/drawingml/2006/main" noGrp="1"/>
          </p:cNvSpPr>
          <p:nvPr/>
        </p:nvSpPr>
        <p:spPr>
          <a:xfrm xmlns:a="http://schemas.openxmlformats.org/drawingml/2006/main">
            <a:off x="605028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87E25F2-FD7A-423A-89FC-71105916EC3A}"/>
              </a:ext>
            </a:extLst>
          </p:cNvPr>
          <p:cNvSpPr>
            <a:spLocks xmlns:a="http://schemas.openxmlformats.org/drawingml/2006/main" noGrp="1"/>
          </p:cNvSpPr>
          <p:nvPr/>
        </p:nvSpPr>
        <p:spPr>
          <a:xfrm xmlns:a="http://schemas.openxmlformats.org/drawingml/2006/main">
            <a:off x="625144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(optional)</a:t>
            </a:r>
          </a:p>
        </p:txBody>
      </p:sp>
      <p:sp>
        <p:nvSpPr>
          <p:cNvPr id="37" name="Text 35">
            <a:extLst xmlns:a="http://schemas.openxmlformats.org/drawingml/2006/main">
              <a:ext uri="{FF2B5EF4-FFF2-40B4-BE49-F238E27FC236}">
                <a16:creationId xmlns:a16="http://schemas.microsoft.com/office/drawing/2014/main" id="{B0BC33A4-ADBB-41F0-ABC3-860A18C01C92}"/>
              </a:ext>
            </a:extLst>
          </p:cNvPr>
          <p:cNvSpPr>
            <a:spLocks xmlns:a="http://schemas.openxmlformats.org/drawingml/2006/main" noGrp="1"/>
          </p:cNvSpPr>
          <p:nvPr/>
        </p:nvSpPr>
        <p:spPr>
          <a:xfrm xmlns:a="http://schemas.openxmlformats.org/drawingml/2006/main">
            <a:off x="625144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83bcdc0a4068447b">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0f58e2c5adda4402"/>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7AC631DE-A480-49EA-96F2-8A69DD922A40}"/>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16 / 58</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DASHBOARD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c5c8aa445f4743ed"/>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input validation (wizard: inside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diagnostic checks (wizard: inside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f23374c0203c4a9a"/>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8bc1a826d6d548c5"/>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fdcd1ec098d54fef"/>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e348122644e34932"/>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c9e24c20ed32418f"/>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appears in the report and analysis-brief headers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a79d25c53a6a484f"/>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58</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WORKFLOWS</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analyses, three complete workflows</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the question first. Each section follows the six wizard steps.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Year-specific lines</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headcount using the appropriate poverty line for each year.</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Anchored poverty</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 fixed real poverty standard. Supply anchored lines, or calculate them from an anchor-year line and CPI.</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Real mean welfare</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Average welfare in constant prices. Supply real welfare, or convert current-price welfare using CPI.</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CPI route for anchored poverty is proposed. The other routes are available.</a:t>
            </a:r>
          </a:p>
        </p:txBody>
      </p:sp>
    </p:spTree>
    <p:extLst>
      <p:ext uri="{BB962C8B-B14F-4D97-AF65-F5344CB8AC3E}">
        <p14:creationId xmlns:p14="http://schemas.microsoft.com/office/powerpoint/2010/main" val="1303606642"/>
      </p:ext>
    </p:extLst>
  </p:cSld>
</p:sld>
</file>

<file path=ppt/slides/slide2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23 / 58</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prepare poverty lines, set up the wizard, run and interpret results.</a:t>
            </a:r>
          </a:p>
        </p:txBody>
      </p:sp>
    </p:spTree>
    <p:extLst>
      <p:ext uri="{BB962C8B-B14F-4D97-AF65-F5344CB8AC3E}">
        <p14:creationId xmlns:p14="http://schemas.microsoft.com/office/powerpoint/2010/main" val="108888872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58</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58</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1–3</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the survey years, survey.rds, domain covariates and boundaries. Use household welfare per person or an appropriate equivalised measure.</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welfare, survey weight, household size, domain, year and survey-design fields. Map the poverty-line column when using one.</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Poverty (FGT), then FGT(0) headcount. Use the mapped line column, or enter the correct numeric poverty line for each year.</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58</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4–6</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  Models</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5–6  Run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AI is optional. Review the years, welfare and poverty-line settings, then Check Data Readiness and Run Analysis.</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2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27 / 58</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  Route B: CPI calculation (proposed)</a:t>
            </a:r>
          </a:p>
        </p:txBody>
      </p:sp>
    </p:spTree>
    <p:extLst>
      <p:ext uri="{BB962C8B-B14F-4D97-AF65-F5344CB8AC3E}">
        <p14:creationId xmlns:p14="http://schemas.microsoft.com/office/powerpoint/2010/main" val="2786659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58</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58</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58</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with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and the domain files. Map welfare, weights, household size, domain, year, survey design and the anchored-line column.</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4–6  Models and run</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the poverty models and covariates, check PSU consistency, then review settings, Check Data Readiness and Run Analysis.</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31 / 58</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58</a:t>
            </a:r>
          </a:p>
        </p:txBody>
      </p:sp>
      <p:sp>
        <p:nvSpPr>
          <p:cNvPr id="8" name="Section">
            <a:extLst xmlns:a="http://schemas.openxmlformats.org/drawingml/2006/main">
              <a:ext uri="{FF2B5EF4-FFF2-40B4-BE49-F238E27FC236}">
                <a16:creationId xmlns:a16="http://schemas.microsoft.com/office/drawing/2014/main" id="{3568C40E-FFE1-4100-A760-A4A41BD53393}"/>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984F72FB-A429-4478-972E-F52681541598}"/>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xmlns:a="http://schemas.openxmlformats.org/drawingml/2006/main">
              <a:ext uri="{FF2B5EF4-FFF2-40B4-BE49-F238E27FC236}">
                <a16:creationId xmlns:a16="http://schemas.microsoft.com/office/drawing/2014/main" id="{1635D58A-C794-421A-98FA-C3648594E1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xmlns:a="http://schemas.openxmlformats.org/drawingml/2006/main">
              <a:ext uri="{FF2B5EF4-FFF2-40B4-BE49-F238E27FC236}">
                <a16:creationId xmlns:a16="http://schemas.microsoft.com/office/drawing/2014/main" id="{32037597-FF17-48B7-A638-849907721DF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4" name="Table 22"/>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CPI format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3" name="CPI explanation">
            <a:extLst xmlns:a="http://schemas.openxmlformats.org/drawingml/2006/main">
              <a:ext uri="{FF2B5EF4-FFF2-40B4-BE49-F238E27FC236}">
                <a16:creationId xmlns:a16="http://schemas.microsoft.com/office/drawing/2014/main" id="{D7EA4650-FE5C-4077-81DD-72D4B048ECCA}"/>
              </a:ext>
            </a:extLst>
          </p:cNvPr>
          <p:cNvSpPr>
            <a:spLocks xmlns:a="http://schemas.openxmlformats.org/drawingml/2006/main" noGrp="1"/>
          </p:cNvSpPr>
          <p:nvPr/>
        </p:nvSpPr>
        <p:spPr>
          <a:xfrm xmlns:a="http://schemas.openxmlformats.org/drawingml/2006/main">
            <a:off x="504825" y="39243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33 / 58</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58</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Review, run and interpret anchored poverty</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and run</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Poverty (FGT), FGT(0), the chosen UFH/MFH settings and survey design. Run readiness checks before starting the analysis.</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35 / 58</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WORKFLOW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58</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37 / 58</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auxiliary data and boundaries. Use the same price base, welfare definition and currency across survey years.</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survey weight, household size, domain, year and survey-design fields.</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58</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Consumer price index file. Map the survey variables as usual.</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58</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58</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58</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58</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Steps 5–6 and the mean-welfare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AI is optional. Check the Prices line, run readiness checks, then run the analysis.</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 in currency units</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58</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480560"/>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88fbffbc02f74295"/>
          <a:stretch xmlns:a="http://schemas.openxmlformats.org/drawingml/2006/main">
            <a:fillRect l="0" t="0" r="0" b="0"/>
          </a:stretch>
        </p:blipFill>
        <p:spPr>
          <a:xfrm xmlns:a="http://schemas.openxmlformats.org/drawingml/2006/main">
            <a:off x="640080" y="455371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48056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fdf058d19dd54ea2"/>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4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58</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2897eb72eb1f48e3"/>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a2a45c8d585a40c5"/>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4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58</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5a7a9bb94e7c4992"/>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37d95d4dc0374d6f"/>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Target Database</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011e415a97504254"/>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level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controls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03 of this guide; keys are never stored on disk</a:t>
            </a:r>
          </a:p>
        </p:txBody>
      </p:sp>
    </p:spTree>
    <p:extLst>
      <p:ext uri="{BB962C8B-B14F-4D97-AF65-F5344CB8AC3E}">
        <p14:creationId xmlns:p14="http://schemas.microsoft.com/office/powerpoint/2010/main" val="1864967993"/>
      </p:ext>
    </p:extLst>
  </p:cSld>
</p:sld>
</file>

<file path=ppt/slides/slide4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Georgia"/>
                <a:ea typeface="Georgia"/>
                <a:cs typeface="Georgia"/>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Georgia"/>
                <a:ea typeface="Georgia"/>
                <a:cs typeface="Georgia"/>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Georgia"/>
                <a:ea typeface="Georgia"/>
                <a:cs typeface="Georgia"/>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cd11c662e5604511"/>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76fd3e140f724f92"/>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58</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4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58</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4a872d7e4cc5484d"/>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4a872d7e4cc5484d"/>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4a872d7e4cc5484d"/>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4a872d7e4cc5484d"/>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658b130688594c46"/>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4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58</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5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58</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5207881028674924"/>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45487a0dbfd54d71"/>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9a7b72f2d10640cd"/>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5207881028674924"/>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5207881028674924"/>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5487a0dbfd54d71"/>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app_runs/&lt;timestamp&gt;_&lt;run_label&gt;/app_config.yml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8d0d577b2eb74431"/>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sld>
</file>

<file path=ppt/slides/slide51.xml><?xml version="1.0" encoding="utf-8"?>
<p:sld xmlns:p="http://schemas.openxmlformats.org/presentationml/2006/main">
  <p:cSld>
    <p:bg>
      <p:bgPr>
        <a:blipFill xmlns:a="http://schemas.openxmlformats.org/drawingml/2006/main" rotWithShape="1">
          <a:blip xmlns:r="http://schemas.openxmlformats.org/officeDocument/2006/relationships" r:embed="Re4aa3e5874ed4dae">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04b641c77104589"/>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588940E1-5281-4111-8E3D-50ECFE2E79B8}"/>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51 / 58</a:t>
            </a:r>
          </a:p>
        </p:txBody>
      </p:sp>
    </p:spTree>
    <p:extLst>
      <p:ext uri="{BB962C8B-B14F-4D97-AF65-F5344CB8AC3E}">
        <p14:creationId xmlns:p14="http://schemas.microsoft.com/office/powerpoint/2010/main" val="1092689748"/>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58</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74b9d677c80a4788"/>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Summarizes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e48c97bd77e24495"/>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results; can view Q–Q plots.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0f1483556a2543d2"/>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Generate a brief</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 structured markdown analysis report.</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794d40bbd47c4fc8"/>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58</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Anthropic's API platform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console.anthropic.com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4875e7de7b2d4d91"/>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58</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cc5afc0b7ae4a3f"/>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58</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One checkbox,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an approved provider or gateway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auto-detects Claude (sk-ant-…) or ChatGPT (sk-…).</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af3de29d93874a19"/>
          <a:stretch xmlns:a="http://schemas.openxmlformats.org/drawingml/2006/main">
            <a:fillRect l="0" t="0" r="0" b="0"/>
          </a:stretch>
        </p:blipFill>
        <p:spPr>
          <a:xfrm xmlns:a="http://schemas.openxmlformats.org/drawingml/2006/main">
            <a:off x="4754880" y="4709160"/>
            <a:ext cx="201168" cy="201168"/>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56DF9E23-CC6A-456F-B9DF-6471F5C89608}"/>
              </a:ext>
            </a:extLst>
          </p:cNvPr>
          <p:cNvSpPr>
            <a:spLocks xmlns:a="http://schemas.openxmlformats.org/drawingml/2006/main" noGrp="1"/>
          </p:cNvSpPr>
          <p:nvPr/>
        </p:nvSpPr>
        <p:spPr>
          <a:xfrm xmlns:a="http://schemas.openxmlformats.org/drawingml/2006/main">
            <a:off x="5029200" y="4654296"/>
            <a:ext cx="3611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58</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58</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732ef8768ee6450c"/>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cf363c228a3f45ab"/>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cf363c228a3f45ab"/>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cf363c228a3f45ab"/>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says invalid key</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cf363c228a3f45ab"/>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request times out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cf363c228a3f45ab"/>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sld>
</file>

<file path=ppt/slides/slide58.xml><?xml version="1.0" encoding="utf-8"?>
<p:sld xmlns:p="http://schemas.openxmlformats.org/presentationml/2006/main">
  <p:cSld>
    <p:bg>
      <p:bgPr>
        <a:blipFill xmlns:a="http://schemas.openxmlformats.org/drawingml/2006/main" rotWithShape="1">
          <a:blip xmlns:r="http://schemas.openxmlformats.org/officeDocument/2006/relationships" r:embed="R58e636aeac274a97">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e3b78710fee641a5"/>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Download the 5.2.0-rc.6 package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From GitHub Releases (Assets)</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3f793dbe2e344fbf"/>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08e259a70fd44815"/>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Then enter an approved key or gateway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2026-10-07T10:37:56.8990000Z</dcterms:created>
  <dcterms:modified xsi:type="dcterms:W3CDTF">2026-10-07T10:37:56.8990000Z</dcterms:modified>
</coreProperties>
</file>