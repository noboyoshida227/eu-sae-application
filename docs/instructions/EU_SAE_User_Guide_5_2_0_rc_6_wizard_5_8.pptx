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obtain the history-free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 from the authorized release manager.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4.2+, one Pandoc provider, and the app;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authorized release manager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Authorized release manager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of: RStudio, Quarto, or Pandoc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one free option is enough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the archive from the authorized release manager. Do not use an automatic GitHub source archive.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EU_SAE_wizard_5.2.0-rc.6-wizard.5.8.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EU_SAE_wizard_5.2.0-rc.6-wizard.5.8/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authorized release manager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