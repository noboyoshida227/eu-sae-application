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1039188"/>
            <a:ext cx="3291840" cy="2420471"/>
          </a:xfrm>
          <a:prstGeom xmlns:a="http://schemas.openxmlformats.org/drawingml/2006/main" prst="rect">
            <a:avLst/>
          </a:prstGeom>
        </p:spPr>
      </p:pic>
      <p:sp>
        <p:nvSpPr>
          <p:cNvPr id="30" name="Map credit"/>
          <p:cNvSpPr txBox="1"/>
          <p:nvPr/>
        </p:nvSpPr>
        <p:spPr>
          <a:xfrm xmlns:a="http://schemas.openxmlformats.org/drawingml/2006/main">
            <a:off x="5394960" y="3505379"/>
            <a:ext cx="329184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from GitHub Releases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3717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the GitHub Releases page.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zip from GitHub Releases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and the app; Pandoc comes automatically;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GitHub Releases page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eu-sae-application/releases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Pandoc: reused if installed, else downloaded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offline: RStudio, Quarto or Pandoc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GitHub Releases.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zip under Assets at github.com/Noboyoshida227/eu-sae-application/releases, not the "Source code" archives.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is EU_SAE_520_w5j.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EU_SAE_520_w5j.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EU_SAE_520_w5j/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in the background: the page stays usable and Stop ends a run. Current files go to outputs/, with a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Mean, SE, correlation and its p-value; most significant first.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GitHub Releases (Assets)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github.com/Noboyoshida227/eu-sae-application/issues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