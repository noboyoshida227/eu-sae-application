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3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28f32eb678d141cd" Type="http://schemas.openxmlformats.org/officeDocument/2006/relationships/extended-properties" Target="docProps/app.xml"/><Relationship Id="R3d0cc0fbb15f45b8" Type="http://schemas.openxmlformats.org/officeDocument/2006/relationships/officeDocument" Target="ppt/presentation.xml"/><Relationship Id="R4e954ac9f63e477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1b69c8bf64106"/>
  </p:sldMasterIdLst>
  <p:notesMasterIdLst>
    <p:notesMasterId xmlns:r="http://schemas.openxmlformats.org/officeDocument/2006/relationships" r:id="Rf1a2bfe09c414226"/>
  </p:notesMasterIdLst>
  <p:sldIdLst>
    <p:sldId xmlns:r="http://schemas.openxmlformats.org/officeDocument/2006/relationships" id="256" r:id="Rfcf8455137b84766"/>
    <p:sldId xmlns:r="http://schemas.openxmlformats.org/officeDocument/2006/relationships" id="257" r:id="R8664b79940194e22"/>
    <p:sldId xmlns:r="http://schemas.openxmlformats.org/officeDocument/2006/relationships" id="258" r:id="R9ca382fafbf7496f"/>
    <p:sldId xmlns:r="http://schemas.openxmlformats.org/officeDocument/2006/relationships" id="259" r:id="R037ab8bac56e49f2"/>
    <p:sldId xmlns:r="http://schemas.openxmlformats.org/officeDocument/2006/relationships" id="260" r:id="R25a4366ac6b94729"/>
    <p:sldId xmlns:r="http://schemas.openxmlformats.org/officeDocument/2006/relationships" id="261" r:id="R42232dc1588547a5"/>
    <p:sldId xmlns:r="http://schemas.openxmlformats.org/officeDocument/2006/relationships" id="262" r:id="R8c5cfbd5e0a144b7"/>
    <p:sldId xmlns:r="http://schemas.openxmlformats.org/officeDocument/2006/relationships" id="263" r:id="R99d47b5d213448b7"/>
    <p:sldId xmlns:r="http://schemas.openxmlformats.org/officeDocument/2006/relationships" id="264" r:id="Rc29cdf82e2fd45fa"/>
    <p:sldId xmlns:r="http://schemas.openxmlformats.org/officeDocument/2006/relationships" id="265" r:id="R70b71644c1a14eb9"/>
    <p:sldId xmlns:r="http://schemas.openxmlformats.org/officeDocument/2006/relationships" id="266" r:id="Rf048b210a83f42c0"/>
    <p:sldId xmlns:r="http://schemas.openxmlformats.org/officeDocument/2006/relationships" id="267" r:id="Racc4a2ff107c491a"/>
    <p:sldId xmlns:r="http://schemas.openxmlformats.org/officeDocument/2006/relationships" id="268" r:id="R95cd68e3fba446c6"/>
    <p:sldId xmlns:r="http://schemas.openxmlformats.org/officeDocument/2006/relationships" id="269" r:id="R3b756728ed6e4729"/>
    <p:sldId xmlns:r="http://schemas.openxmlformats.org/officeDocument/2006/relationships" id="270" r:id="R46d45a02a6424a00"/>
    <p:sldId xmlns:r="http://schemas.openxmlformats.org/officeDocument/2006/relationships" id="271" r:id="R315197544e204bc3"/>
    <p:sldId xmlns:r="http://schemas.openxmlformats.org/officeDocument/2006/relationships" id="272" r:id="R61f81623eedc485a"/>
    <p:sldId xmlns:r="http://schemas.openxmlformats.org/officeDocument/2006/relationships" id="273" r:id="Rbce6b873086f4be5"/>
    <p:sldId xmlns:r="http://schemas.openxmlformats.org/officeDocument/2006/relationships" id="274" r:id="Re1fbb67459b14e27"/>
    <p:sldId xmlns:r="http://schemas.openxmlformats.org/officeDocument/2006/relationships" id="275" r:id="Ra789b55be8604dcd"/>
    <p:sldId xmlns:r="http://schemas.openxmlformats.org/officeDocument/2006/relationships" id="276" r:id="R5ba6a26f96d445f9"/>
    <p:sldId xmlns:r="http://schemas.openxmlformats.org/officeDocument/2006/relationships" id="293" r:id="rId1"/>
    <p:sldId xmlns:r="http://schemas.openxmlformats.org/officeDocument/2006/relationships" id="277" r:id="R9f1b3c8fa0c9410f"/>
    <p:sldId xmlns:r="http://schemas.openxmlformats.org/officeDocument/2006/relationships" id="278" r:id="Re3a94eac8bf342be"/>
    <p:sldId xmlns:r="http://schemas.openxmlformats.org/officeDocument/2006/relationships" id="279" r:id="R37755c3850ad48aa"/>
    <p:sldId xmlns:r="http://schemas.openxmlformats.org/officeDocument/2006/relationships" id="280" r:id="R0537572f1d2241ea"/>
    <p:sldId xmlns:r="http://schemas.openxmlformats.org/officeDocument/2006/relationships" id="281" r:id="Rcaddad43f9204de2"/>
    <p:sldId xmlns:r="http://schemas.openxmlformats.org/officeDocument/2006/relationships" id="282" r:id="R3614878fc87e4d51"/>
    <p:sldId xmlns:r="http://schemas.openxmlformats.org/officeDocument/2006/relationships" id="283" r:id="R19f448c22159423f"/>
    <p:sldId xmlns:r="http://schemas.openxmlformats.org/officeDocument/2006/relationships" id="284" r:id="R11e7ee25f0ce4af4"/>
    <p:sldId xmlns:r="http://schemas.openxmlformats.org/officeDocument/2006/relationships" id="285" r:id="R43bd7d885ad74e76"/>
    <p:sldId xmlns:r="http://schemas.openxmlformats.org/officeDocument/2006/relationships" id="286" r:id="Re5ca5a7969bb4b6a"/>
    <p:sldId xmlns:r="http://schemas.openxmlformats.org/officeDocument/2006/relationships" id="287" r:id="R4dc3f278029c49a3"/>
    <p:sldId xmlns:r="http://schemas.openxmlformats.org/officeDocument/2006/relationships" id="288" r:id="R6fbfbebad3cd4995"/>
    <p:sldId xmlns:r="http://schemas.openxmlformats.org/officeDocument/2006/relationships" id="289" r:id="R497d07e6c1664141"/>
    <p:sldId xmlns:r="http://schemas.openxmlformats.org/officeDocument/2006/relationships" id="290" r:id="R08df70ff3bfa4365"/>
    <p:sldId xmlns:r="http://schemas.openxmlformats.org/officeDocument/2006/relationships" id="291" r:id="R6afa57d8794f4e72"/>
    <p:sldId xmlns:r="http://schemas.openxmlformats.org/officeDocument/2006/relationships" id="292" r:id="Rb21285623d33447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7ab8bac56e49f2" Type="http://schemas.openxmlformats.org/officeDocument/2006/relationships/slide" Target="slides/slide4.xml"/><Relationship Id="R0537572f1d2241ea" Type="http://schemas.openxmlformats.org/officeDocument/2006/relationships/slide" Target="slides/slide25.xml"/><Relationship Id="R056da1958ec94f9d" Type="http://schemas.openxmlformats.org/officeDocument/2006/relationships/theme" Target="theme/theme1.xml"/><Relationship Id="R08df70ff3bfa4365" Type="http://schemas.openxmlformats.org/officeDocument/2006/relationships/slide" Target="slides/slide35.xml"/><Relationship Id="R11e7ee25f0ce4af4" Type="http://schemas.openxmlformats.org/officeDocument/2006/relationships/slide" Target="slides/slide29.xml"/><Relationship Id="R19f448c22159423f" Type="http://schemas.openxmlformats.org/officeDocument/2006/relationships/slide" Target="slides/slide28.xml"/><Relationship Id="R25a4366ac6b94729" Type="http://schemas.openxmlformats.org/officeDocument/2006/relationships/slide" Target="slides/slide5.xml"/><Relationship Id="R315197544e204bc3" Type="http://schemas.openxmlformats.org/officeDocument/2006/relationships/slide" Target="slides/slide16.xml"/><Relationship Id="R3614878fc87e4d51" Type="http://schemas.openxmlformats.org/officeDocument/2006/relationships/slide" Target="slides/slide27.xml"/><Relationship Id="R37755c3850ad48aa" Type="http://schemas.openxmlformats.org/officeDocument/2006/relationships/slide" Target="slides/slide24.xml"/><Relationship Id="R3b756728ed6e4729" Type="http://schemas.openxmlformats.org/officeDocument/2006/relationships/slide" Target="slides/slide14.xml"/><Relationship Id="R42232dc1588547a5" Type="http://schemas.openxmlformats.org/officeDocument/2006/relationships/slide" Target="slides/slide6.xml"/><Relationship Id="R43bd7d885ad74e76" Type="http://schemas.openxmlformats.org/officeDocument/2006/relationships/slide" Target="slides/slide30.xml"/><Relationship Id="R46d45a02a6424a00" Type="http://schemas.openxmlformats.org/officeDocument/2006/relationships/slide" Target="slides/slide15.xml"/><Relationship Id="R497d07e6c1664141" Type="http://schemas.openxmlformats.org/officeDocument/2006/relationships/slide" Target="slides/slide34.xml"/><Relationship Id="R4dc3f278029c49a3" Type="http://schemas.openxmlformats.org/officeDocument/2006/relationships/slide" Target="slides/slide32.xml"/><Relationship Id="R5ba6a26f96d445f9" Type="http://schemas.openxmlformats.org/officeDocument/2006/relationships/slide" Target="slides/slide21.xml"/><Relationship Id="R61f81623eedc485a" Type="http://schemas.openxmlformats.org/officeDocument/2006/relationships/slide" Target="slides/slide17.xml"/><Relationship Id="R6afa57d8794f4e72" Type="http://schemas.openxmlformats.org/officeDocument/2006/relationships/slide" Target="slides/slide36.xml"/><Relationship Id="R6fbfbebad3cd4995" Type="http://schemas.openxmlformats.org/officeDocument/2006/relationships/slide" Target="slides/slide33.xml"/><Relationship Id="R70b71644c1a14eb9" Type="http://schemas.openxmlformats.org/officeDocument/2006/relationships/slide" Target="slides/slide10.xml"/><Relationship Id="R8664b79940194e22" Type="http://schemas.openxmlformats.org/officeDocument/2006/relationships/slide" Target="slides/slide2.xml"/><Relationship Id="R8c5cfbd5e0a144b7" Type="http://schemas.openxmlformats.org/officeDocument/2006/relationships/slide" Target="slides/slide7.xml"/><Relationship Id="R95cd68e3fba446c6" Type="http://schemas.openxmlformats.org/officeDocument/2006/relationships/slide" Target="slides/slide13.xml"/><Relationship Id="R99d47b5d213448b7" Type="http://schemas.openxmlformats.org/officeDocument/2006/relationships/slide" Target="slides/slide8.xml"/><Relationship Id="R9ca382fafbf7496f" Type="http://schemas.openxmlformats.org/officeDocument/2006/relationships/slide" Target="slides/slide3.xml"/><Relationship Id="R9f1b3c8fa0c9410f" Type="http://schemas.openxmlformats.org/officeDocument/2006/relationships/slide" Target="slides/slide22.xml"/><Relationship Id="Ra761b69c8bf64106" Type="http://schemas.openxmlformats.org/officeDocument/2006/relationships/slideMaster" Target="slideMasters/slideMaster1.xml"/><Relationship Id="Ra789b55be8604dcd" Type="http://schemas.openxmlformats.org/officeDocument/2006/relationships/slide" Target="slides/slide20.xml"/><Relationship Id="Raada09e883ef44cb" Type="http://schemas.openxmlformats.org/officeDocument/2006/relationships/tableStyles" Target="tableStyles.xml"/><Relationship Id="Racc4a2ff107c491a" Type="http://schemas.openxmlformats.org/officeDocument/2006/relationships/slide" Target="slides/slide12.xml"/><Relationship Id="Rb21285623d334478" Type="http://schemas.openxmlformats.org/officeDocument/2006/relationships/slide" Target="slides/slide37.xml"/><Relationship Id="Rbce6b873086f4be5" Type="http://schemas.openxmlformats.org/officeDocument/2006/relationships/slide" Target="slides/slide18.xml"/><Relationship Id="Rbd314331ea074d6c" Type="http://schemas.openxmlformats.org/officeDocument/2006/relationships/presProps" Target="presProps.xml"/><Relationship Id="Rc29cdf82e2fd45fa" Type="http://schemas.openxmlformats.org/officeDocument/2006/relationships/slide" Target="slides/slide9.xml"/><Relationship Id="Rcaddad43f9204de2" Type="http://schemas.openxmlformats.org/officeDocument/2006/relationships/slide" Target="slides/slide26.xml"/><Relationship Id="Re1fbb67459b14e27" Type="http://schemas.openxmlformats.org/officeDocument/2006/relationships/slide" Target="slides/slide19.xml"/><Relationship Id="Re3a94eac8bf342be" Type="http://schemas.openxmlformats.org/officeDocument/2006/relationships/slide" Target="slides/slide23.xml"/><Relationship Id="Re5ca5a7969bb4b6a" Type="http://schemas.openxmlformats.org/officeDocument/2006/relationships/slide" Target="slides/slide31.xml"/><Relationship Id="Rf048b210a83f42c0" Type="http://schemas.openxmlformats.org/officeDocument/2006/relationships/slide" Target="slides/slide11.xml"/><Relationship Id="Rf1a2bfe09c414226" Type="http://schemas.openxmlformats.org/officeDocument/2006/relationships/notesMaster" Target="notesMasters/notesMaster1.xml"/><Relationship Id="Rfcf8455137b84766" Type="http://schemas.openxmlformats.org/officeDocument/2006/relationships/slide" Target="slides/slide1.xml"/>  <Relationship Id="rId1" Type="http://schemas.openxmlformats.org/officeDocument/2006/relationships/slide" Target="slides/slide38.xml"/>
</Relationships>
</file>

<file path=ppt/notesMasters/_rels/notesMaster1.xml.rels><?xml version='1.0' encoding='UTF-8' standalone='yes'?>
<Relationships xmlns="http://schemas.openxmlformats.org/package/2006/relationships"><Relationship Id="Rdc1675539f1048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66d414be8e84dc3" Type="http://schemas.openxmlformats.org/officeDocument/2006/relationships/notesMaster" Target="../notesMasters/notesMaster1.xml"/><Relationship Id="R64d8d49395624f0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99cdf8c5dab4bc2" Type="http://schemas.openxmlformats.org/officeDocument/2006/relationships/slide" Target="../slides/slide2.xml"/><Relationship Id="R49f54d8c1082487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1ce97cbb8d14fda" Type="http://schemas.openxmlformats.org/officeDocument/2006/relationships/notesMaster" Target="../notesMasters/notesMaster1.xml"/><Relationship Id="Ra9b6bc70763842a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1f35656f5984ece" Type="http://schemas.openxmlformats.org/officeDocument/2006/relationships/notesMaster" Target="../notesMasters/notesMaster1.xml"/><Relationship Id="Rb8542b641b114b5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26af61b7fc24258" Type="http://schemas.openxmlformats.org/officeDocument/2006/relationships/notesMaster" Target="../notesMasters/notesMaster1.xml"/><Relationship Id="Rea87e6e0d70149b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65443f1a7444740" Type="http://schemas.openxmlformats.org/officeDocument/2006/relationships/notesMaster" Target="../notesMasters/notesMaster1.xml"/><Relationship Id="R57eaeb095efc4a6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60da8711678478c" Type="http://schemas.openxmlformats.org/officeDocument/2006/relationships/slide" Target="../slides/slide7.xml"/><Relationship Id="Rfc3f3e13a5ec40b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f3291bc7f984308" Type="http://schemas.openxmlformats.org/officeDocument/2006/relationships/notesMaster" Target="../notesMasters/notesMaster1.xml"/><Relationship Id="Rf2f68f9c6d5541c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9fb940b2bac41c1" Type="http://schemas.openxmlformats.org/officeDocument/2006/relationships/notesMaster" Target="../notesMasters/notesMaster1.xml"/><Relationship Id="R83548f3b8ba94b1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474322e87f34870" Type="http://schemas.openxmlformats.org/officeDocument/2006/relationships/slide" Target="../slides/slide10.xml"/><Relationship Id="Rbed56e357a36456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9f45f1a40234b25" Type="http://schemas.openxmlformats.org/officeDocument/2006/relationships/notesMaster" Target="../notesMasters/notesMaster1.xml"/><Relationship Id="R5fa0010d9ef349d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dedf95fd0a104980" Type="http://schemas.openxmlformats.org/officeDocument/2006/relationships/slide" Target="../slides/slide12.xml"/><Relationship Id="Rfa4768b63bc94c6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3496996c2c740e2" Type="http://schemas.openxmlformats.org/officeDocument/2006/relationships/notesMaster" Target="../notesMasters/notesMaster1.xml"/><Relationship Id="R69e20ba594114abc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356bf43761d40dc" Type="http://schemas.openxmlformats.org/officeDocument/2006/relationships/notesMaster" Target="../notesMasters/notesMaster1.xml"/><Relationship Id="R8c7764232f8f4b8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9390a5f942ce4b17" Type="http://schemas.openxmlformats.org/officeDocument/2006/relationships/slide" Target="../slides/slide15.xml"/><Relationship Id="Rc8f1d14c6c5f411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b719cac504847ee" Type="http://schemas.openxmlformats.org/officeDocument/2006/relationships/slide" Target="../slides/slide16.xml"/><Relationship Id="Rc8954860d3fe4400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4eb96f2da864705" Type="http://schemas.openxmlformats.org/officeDocument/2006/relationships/notesMaster" Target="../notesMasters/notesMaster1.xml"/><Relationship Id="R915b481f9572419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a0fb94799f124aac" Type="http://schemas.openxmlformats.org/officeDocument/2006/relationships/slide" Target="../slides/slide18.xml"/><Relationship Id="Rdb502af6887e490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aaa3b4057955458b" Type="http://schemas.openxmlformats.org/officeDocument/2006/relationships/slide" Target="../slides/slide19.xml"/><Relationship Id="Rb47c26ae4f9a441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6f78e37f4f248d7" Type="http://schemas.openxmlformats.org/officeDocument/2006/relationships/notesMaster" Target="../notesMasters/notesMaster1.xml"/><Relationship Id="R8486b8b44a69420e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0cd40c520b10423d" Type="http://schemas.openxmlformats.org/officeDocument/2006/relationships/notesMaster" Target="../notesMasters/notesMaster1.xml"/><Relationship Id="R9a93cea25fec4ef6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05885806049e4ad1" Type="http://schemas.openxmlformats.org/officeDocument/2006/relationships/slide" Target="../slides/slide22.xml"/><Relationship Id="Rf4818f0652274f1a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83cdabe661cd4fb4" Type="http://schemas.openxmlformats.org/officeDocument/2006/relationships/notesMaster" Target="../notesMasters/notesMaster1.xml"/><Relationship Id="R92a61ae9e7964dfe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69d49c4aa3674ce1" Type="http://schemas.openxmlformats.org/officeDocument/2006/relationships/slide" Target="../slides/slide24.xml"/><Relationship Id="Rc94021dc201c4e67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88b7a357b684a4c" Type="http://schemas.openxmlformats.org/officeDocument/2006/relationships/slide" Target="../slides/slide25.xml"/><Relationship Id="Rc0c8aba086294336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47fa641156a04de9" Type="http://schemas.openxmlformats.org/officeDocument/2006/relationships/notesMaster" Target="../notesMasters/notesMaster1.xml"/><Relationship Id="R6e59c27339594d4e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92716aad270f421f" Type="http://schemas.openxmlformats.org/officeDocument/2006/relationships/slide" Target="../slides/slide27.xml"/><Relationship Id="Rb50de696fd674b89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fbf6b6edc92442b" Type="http://schemas.openxmlformats.org/officeDocument/2006/relationships/notesMaster" Target="../notesMasters/notesMaster1.xml"/><Relationship Id="R94c0796a4bbb444a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a90277c492284417" Type="http://schemas.openxmlformats.org/officeDocument/2006/relationships/notesMaster" Target="../notesMasters/notesMaster1.xml"/><Relationship Id="Re48916bd8f164f8f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b3651282e4e94d58" Type="http://schemas.openxmlformats.org/officeDocument/2006/relationships/notesMaster" Target="../notesMasters/notesMaster1.xml"/><Relationship Id="Rc6c52e2ad65c4f4a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0972857ad8364a67" Type="http://schemas.openxmlformats.org/officeDocument/2006/relationships/notesMaster" Target="../notesMasters/notesMaster1.xml"/><Relationship Id="R10c2a86a2f484dd4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9ed1dff3e4fc457a" Type="http://schemas.openxmlformats.org/officeDocument/2006/relationships/slide" Target="../slides/slide32.xml"/><Relationship Id="Rda13924357654fa3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f024f58242194866" Type="http://schemas.openxmlformats.org/officeDocument/2006/relationships/slide" Target="../slides/slide33.xml"/><Relationship Id="Rf4cbc347497a4e6c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717e4a5d19d041e7" Type="http://schemas.openxmlformats.org/officeDocument/2006/relationships/notesMaster" Target="../notesMasters/notesMaster1.xml"/><Relationship Id="Rc9bffaab34c04399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02cb0946571d428e" Type="http://schemas.openxmlformats.org/officeDocument/2006/relationships/slide" Target="../slides/slide35.xml"/><Relationship Id="R56fb5dee2ffa4ee0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2796958e1ae9482c" Type="http://schemas.openxmlformats.org/officeDocument/2006/relationships/notesMaster" Target="../notesMasters/notesMaster1.xml"/><Relationship Id="Re90449ec37194059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7233e3155e0247c6" Type="http://schemas.openxmlformats.org/officeDocument/2006/relationships/slide" Target="../slides/slide37.xml"/><Relationship Id="R8e3e3a683796491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- https://posit.co/download/rstudio-desktop/
- https://quarto.org/docs/get-started/
- https://pandoc.org/installing.html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Start_Here/README.md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fd2e19312e04cc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caf03ad9a494d8f" Type="http://schemas.openxmlformats.org/officeDocument/2006/relationships/slideLayout" Target="../slideLayouts/slideLayout1.xml"/><Relationship Id="R84d97fa524c34b8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f03ad9a494d8f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80f3517b5d4480a" Type="http://schemas.openxmlformats.org/officeDocument/2006/relationships/notesSlide" Target="../notesSlides/notesSlide1.xml"/><Relationship Id="R66023548903948e0" Type="http://schemas.openxmlformats.org/officeDocument/2006/relationships/image" Target="../media/app_front_page.jpeg"/><Relationship Id="R88f0b1c8b1774d67" Type="http://schemas.openxmlformats.org/officeDocument/2006/relationships/image" Target="../media/image.png"/><Relationship Id="Rb76dbb90e0814423" Type="http://schemas.openxmlformats.org/officeDocument/2006/relationships/image" Target="../media/image5.png"/><Relationship Id="Rc06fbf9a3b3a42e1" Type="http://schemas.openxmlformats.org/officeDocument/2006/relationships/image" Target="../media/image4.png"/><Relationship Id="Re74cae5772d241c0" Type="http://schemas.openxmlformats.org/officeDocument/2006/relationships/slideLayout" Target="../slideLayouts/slideLayout1.xml"/><Relationship Id="Re86d0be45adc4b09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2dc6462b0da64e4d" Type="http://schemas.openxmlformats.org/officeDocument/2006/relationships/slideLayout" Target="../slideLayouts/slideLayout1.xml"/><Relationship Id="R71a2019f97894dc3" Type="http://schemas.openxmlformats.org/officeDocument/2006/relationships/image" Target="../media/image8.png"/><Relationship Id="Racf10cf2fcb544d1" Type="http://schemas.openxmlformats.org/officeDocument/2006/relationships/image" Target="../media/image7.png"/><Relationship Id="Rdb25b324b0fb4547" Type="http://schemas.openxmlformats.org/officeDocument/2006/relationships/image" Target="../media/image6.png"/><Relationship Id="Rf65da29ac70c4a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20541030e9f4a71" Type="http://schemas.openxmlformats.org/officeDocument/2006/relationships/image" Target="../media/image7.png"/><Relationship Id="R2b8c05c503984125" Type="http://schemas.openxmlformats.org/officeDocument/2006/relationships/image" Target="../media/image11.png"/><Relationship Id="R6a9650e016a94624" Type="http://schemas.openxmlformats.org/officeDocument/2006/relationships/image" Target="../media/image10.png"/><Relationship Id="Rbe81482124f34386" Type="http://schemas.openxmlformats.org/officeDocument/2006/relationships/slideLayout" Target="../slideLayouts/slideLayout1.xml"/><Relationship Id="Rce28f1c0ef4a4a11" Type="http://schemas.openxmlformats.org/officeDocument/2006/relationships/notesSlide" Target="../notesSlides/notesSlide3.xml"/><Relationship Id="Rf71bae1d82bf4a8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1e53f78345044dd1" Type="http://schemas.openxmlformats.org/officeDocument/2006/relationships/image" Target="../media/image10.png"/><Relationship Id="R33c7f1cc56a94883" Type="http://schemas.openxmlformats.org/officeDocument/2006/relationships/image" Target="../media/image7.png"/><Relationship Id="R38e42a3dd713441f" Type="http://schemas.openxmlformats.org/officeDocument/2006/relationships/slideLayout" Target="../slideLayouts/slideLayout1.xml"/><Relationship Id="R61d2620024bc44c3" Type="http://schemas.openxmlformats.org/officeDocument/2006/relationships/image" Target="../media/image11.png"/><Relationship Id="Rae36ff2be90649b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5ae01ed8e5243db" Type="http://schemas.openxmlformats.org/officeDocument/2006/relationships/image" Target="../media/image7.png"/><Relationship Id="R66419866d4d44193" Type="http://schemas.openxmlformats.org/officeDocument/2006/relationships/image" Target="../media/image11.png"/><Relationship Id="R70aff0c5e9124726" Type="http://schemas.openxmlformats.org/officeDocument/2006/relationships/notesSlide" Target="../notesSlides/notesSlide5.xml"/><Relationship Id="R8de5566f2ee14242" Type="http://schemas.openxmlformats.org/officeDocument/2006/relationships/image" Target="../media/image10.png"/><Relationship Id="R953a687831204e6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4c30d2169344fe5" Type="http://schemas.openxmlformats.org/officeDocument/2006/relationships/slideLayout" Target="../slideLayouts/slideLayout1.xml"/><Relationship Id="R6998754f60c84b17" Type="http://schemas.openxmlformats.org/officeDocument/2006/relationships/notesSlide" Target="../notesSlides/notesSlide6.xml"/><Relationship Id="R84f5616be90a463e" Type="http://schemas.openxmlformats.org/officeDocument/2006/relationships/image" Target="../media/image7.png"/><Relationship Id="R8bfa135d2f284cd6" Type="http://schemas.openxmlformats.org/officeDocument/2006/relationships/image" Target="../media/image10.png"/><Relationship Id="R9cfe2a20a6bb4c0a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308d5374719f4141" Type="http://schemas.openxmlformats.org/officeDocument/2006/relationships/notesSlide" Target="../notesSlides/notesSlide7.xml"/><Relationship Id="R3f22ce40553f41c0" Type="http://schemas.openxmlformats.org/officeDocument/2006/relationships/image" Target="../media/image11.png"/><Relationship Id="R4a6ce1d82bf8422f" Type="http://schemas.openxmlformats.org/officeDocument/2006/relationships/image" Target="../media/image10.png"/><Relationship Id="R9476a68ef47c4cb8" Type="http://schemas.openxmlformats.org/officeDocument/2006/relationships/image" Target="../media/image7.png"/><Relationship Id="Rdad497aaed94429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527fa97f061441b" Type="http://schemas.openxmlformats.org/officeDocument/2006/relationships/slideLayout" Target="../slideLayouts/slideLayout1.xml"/><Relationship Id="R8c787a8e11a64d6a" Type="http://schemas.openxmlformats.org/officeDocument/2006/relationships/notesSlide" Target="../notesSlides/notesSlide8.xml"/><Relationship Id="R920bde52509a436c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011542f7581f45ec" Type="http://schemas.openxmlformats.org/officeDocument/2006/relationships/image" Target="../media/image.png"/><Relationship Id="R49a1402b644249b1" Type="http://schemas.openxmlformats.org/officeDocument/2006/relationships/notesSlide" Target="../notesSlides/notesSlide9.xml"/><Relationship Id="Rc5cd3ee4b720415e" Type="http://schemas.openxmlformats.org/officeDocument/2006/relationships/slideLayout" Target="../slideLayouts/slideLayout1.xml"/><Relationship Id="Rc868493c28fc4331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21a503aabb8942c5" Type="http://schemas.openxmlformats.org/officeDocument/2006/relationships/image" Target="../media/image13.png"/><Relationship Id="R4186170bf4ca4a1a" Type="http://schemas.openxmlformats.org/officeDocument/2006/relationships/image" Target="../media/image15.png"/><Relationship Id="R783d48d07fa74c32" Type="http://schemas.openxmlformats.org/officeDocument/2006/relationships/slideLayout" Target="../slideLayouts/slideLayout1.xml"/><Relationship Id="R7c73888a3b594318" Type="http://schemas.openxmlformats.org/officeDocument/2006/relationships/notesSlide" Target="../notesSlides/notesSlide10.xml"/><Relationship Id="Rb85bc0e372af4050" Type="http://schemas.openxmlformats.org/officeDocument/2006/relationships/image" Target="../media/image14.png"/><Relationship Id="Rd76afdf10483464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513b64e1427745f4" Type="http://schemas.openxmlformats.org/officeDocument/2006/relationships/slideLayout" Target="../slideLayouts/slideLayout1.xml"/><Relationship Id="R815304f8677448d6" Type="http://schemas.openxmlformats.org/officeDocument/2006/relationships/notesSlide" Target="../notesSlides/notesSlide11.xml"/><Relationship Id="R943e5efef10d4c2b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879faecb0d4146cd" Type="http://schemas.openxmlformats.org/officeDocument/2006/relationships/notesSlide" Target="../notesSlides/notesSlide12.xml"/><Relationship Id="R9c662d5bd28e419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ad21e2285794c77" Type="http://schemas.openxmlformats.org/officeDocument/2006/relationships/slideLayout" Target="../slideLayouts/slideLayout1.xml"/><Relationship Id="Rcdd6a393e0754b8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ac52503ae3044e6" Type="http://schemas.openxmlformats.org/officeDocument/2006/relationships/image" Target="../media/image17.png"/><Relationship Id="R4aec4f70ef0f4e23" Type="http://schemas.openxmlformats.org/officeDocument/2006/relationships/notesSlide" Target="../notesSlides/notesSlide14.xml"/><Relationship Id="R4b197bfc7049473d" Type="http://schemas.openxmlformats.org/officeDocument/2006/relationships/image" Target="../media/image4.png"/><Relationship Id="R5c1ff3e803974725" Type="http://schemas.openxmlformats.org/officeDocument/2006/relationships/image" Target="../media/image18.png"/><Relationship Id="R7607e249eaa8409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bfb62a5b59741a3" Type="http://schemas.openxmlformats.org/officeDocument/2006/relationships/slideLayout" Target="../slideLayouts/slideLayout1.xml"/><Relationship Id="R0fc9a24976924b2b" Type="http://schemas.openxmlformats.org/officeDocument/2006/relationships/notesSlide" Target="../notesSlides/notesSlide15.xml"/><Relationship Id="R2ebe0a3cfc1e4133" Type="http://schemas.openxmlformats.org/officeDocument/2006/relationships/image" Target="../media/image2.png"/><Relationship Id="R8c874c37baa24ac9" Type="http://schemas.openxmlformats.org/officeDocument/2006/relationships/image" Target="../media/image.png"/></Relationships>
</file>

<file path=ppt/slides/_rels/slide16.xml.rels><?xml version='1.0' encoding='UTF-8' standalone='yes'?>
<Relationships xmlns="http://schemas.openxmlformats.org/package/2006/relationships"><Relationship Id="R6f0d3e3576b545c2" Type="http://schemas.openxmlformats.org/officeDocument/2006/relationships/notesSlide" Target="../notesSlides/notesSlide16.xml"/><Relationship Id="Rfd710559ec89401e" Type="http://schemas.openxmlformats.org/officeDocument/2006/relationships/slideLayout" Target="../slideLayouts/slideLayout1.xml"/><Relationship Id="RfrontPage16" Type="http://schemas.openxmlformats.org/officeDocument/2006/relationships/image" Target="../media/front_page_slide16.jpeg"/></Relationships>
</file>

<file path=ppt/slides/_rels/slide17.xml.rels><?xml version='1.0' encoding='UTF-8' standalone='yes'?>
<Relationships xmlns="http://schemas.openxmlformats.org/package/2006/relationships"><Relationship Id="R6f3a4c64d4e04502" Type="http://schemas.openxmlformats.org/officeDocument/2006/relationships/slideLayout" Target="../slideLayouts/slideLayout1.xml"/><Relationship Id="R8c226db72a3e4542" Type="http://schemas.openxmlformats.org/officeDocument/2006/relationships/notesSlide" Target="../notesSlides/notesSlide17.xml"/><Relationship Id="Ra29115f723124f7a" Type="http://schemas.openxmlformats.org/officeDocument/2006/relationships/image" Target="../media/image.jpeg"/></Relationships>
</file>

<file path=ppt/slides/_rels/slide18.xml.rels><?xml version='1.0' encoding='UTF-8' standalone='yes'?>
<Relationships xmlns="http://schemas.openxmlformats.org/package/2006/relationships"><Relationship Id="R1e768b2e349f4dd9" Type="http://schemas.openxmlformats.org/officeDocument/2006/relationships/image" Target="../media/image3.jpeg"/><Relationship Id="R2bd1965bcad64bf7" Type="http://schemas.openxmlformats.org/officeDocument/2006/relationships/notesSlide" Target="../notesSlides/notesSlide18.xml"/><Relationship Id="R45ee6e34a4554b66" Type="http://schemas.openxmlformats.org/officeDocument/2006/relationships/image" Target="../media/image2.jpeg"/><Relationship Id="Rc44a76cd156740ba" Type="http://schemas.openxmlformats.org/officeDocument/2006/relationships/image" Target="../media/image4.jpeg"/><Relationship Id="Rff7bde9e591f4b5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237b16374d4204" Type="http://schemas.openxmlformats.org/officeDocument/2006/relationships/image" Target="../media/image5.jpeg"/><Relationship Id="Re91e1ddb0b904849" Type="http://schemas.openxmlformats.org/officeDocument/2006/relationships/notesSlide" Target="../notesSlides/notesSlide19.xml"/><Relationship Id="Rfe6bac30751b43d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972fe4d9c35447b" Type="http://schemas.openxmlformats.org/officeDocument/2006/relationships/notesSlide" Target="../notesSlides/notesSlide20.xml"/><Relationship Id="Rc5ba2f955dd34d1b" Type="http://schemas.openxmlformats.org/officeDocument/2006/relationships/slideLayout" Target="../slideLayouts/slideLayout1.xml"/><Relationship Id="Rc6e3049e9be248b2" Type="http://schemas.openxmlformats.org/officeDocument/2006/relationships/image" Target="../media/image6.jpeg"/></Relationships>
</file>

<file path=ppt/slides/_rels/slide21.xml.rels><?xml version='1.0' encoding='UTF-8' standalone='yes'?>
<Relationships xmlns="http://schemas.openxmlformats.org/package/2006/relationships"><Relationship Id="R6d25d16f894f43eb" Type="http://schemas.openxmlformats.org/officeDocument/2006/relationships/notesSlide" Target="../notesSlides/notesSlide21.xml"/><Relationship Id="R921b038f3a13449a" Type="http://schemas.openxmlformats.org/officeDocument/2006/relationships/image" Target="../media/image7.jpeg"/><Relationship Id="Re9b371d47dcf44cf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463ceeccad864e39" Type="http://schemas.openxmlformats.org/officeDocument/2006/relationships/notesSlide" Target="../notesSlides/notesSlide22.xml"/><Relationship Id="R6eae0a9288f7429d" Type="http://schemas.openxmlformats.org/officeDocument/2006/relationships/image" Target="../media/image8.jpeg"/><Relationship Id="R7486cdd1f9064620" Type="http://schemas.openxmlformats.org/officeDocument/2006/relationships/slideLayout" Target="../slideLayouts/slideLayout1.xml"/><Relationship Id="Reb12a5d952854246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03ad18e823e34f43" Type="http://schemas.openxmlformats.org/officeDocument/2006/relationships/notesSlide" Target="../notesSlides/notesSlide23.xml"/><Relationship Id="R9ea3300fae7d4a4e" Type="http://schemas.openxmlformats.org/officeDocument/2006/relationships/image" Target="../media/image20.png"/><Relationship Id="Rbf3ab0a515d142df" Type="http://schemas.openxmlformats.org/officeDocument/2006/relationships/slideLayout" Target="../slideLayouts/slideLayout1.xml"/><Relationship Id="Rff79a88ffb994c54" Type="http://schemas.openxmlformats.org/officeDocument/2006/relationships/image" Target="../media/image9.jpeg"/></Relationships>
</file>

<file path=ppt/slides/_rels/slide24.xml.rels><?xml version='1.0' encoding='UTF-8' standalone='yes'?>
<Relationships xmlns="http://schemas.openxmlformats.org/package/2006/relationships"><Relationship Id="R0a09f81ad0da47f2" Type="http://schemas.openxmlformats.org/officeDocument/2006/relationships/slideLayout" Target="../slideLayouts/slideLayout1.xml"/><Relationship Id="R0c2b089369e64554" Type="http://schemas.openxmlformats.org/officeDocument/2006/relationships/image" Target="../media/image11.png"/><Relationship Id="R8d14f15b9697412a" Type="http://schemas.openxmlformats.org/officeDocument/2006/relationships/image" Target="../media/image10.png"/><Relationship Id="Rd90723eddf32487f" Type="http://schemas.openxmlformats.org/officeDocument/2006/relationships/image" Target="../media/image7.png"/><Relationship Id="Rf54345a016414ed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67a542e17e7a427d" Type="http://schemas.openxmlformats.org/officeDocument/2006/relationships/notesSlide" Target="../notesSlides/notesSlide25.xml"/><Relationship Id="R753f000f7d7a4fb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5b201cb2b654419a" Type="http://schemas.openxmlformats.org/officeDocument/2006/relationships/slideLayout" Target="../slideLayouts/slideLayout1.xml"/><Relationship Id="R609234d8e4534f6c" Type="http://schemas.openxmlformats.org/officeDocument/2006/relationships/image" Target="../media/image22.png"/><Relationship Id="Ra520599922564bab" Type="http://schemas.openxmlformats.org/officeDocument/2006/relationships/image" Target="../media/image21.png"/><Relationship Id="Raaa1e564a612433e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bc9c24d57236457e" Type="http://schemas.openxmlformats.org/officeDocument/2006/relationships/image" Target="../media/image24.png"/><Relationship Id="Rc0c67f7d765543e7" Type="http://schemas.openxmlformats.org/officeDocument/2006/relationships/notesSlide" Target="../notesSlides/notesSlide27.xml"/><Relationship Id="Rcbd7ad5e4ba44ac3" Type="http://schemas.openxmlformats.org/officeDocument/2006/relationships/image" Target="../media/image23.png"/><Relationship Id="Rf338a53dfc3d4939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c5a605ca761a453d" Type="http://schemas.openxmlformats.org/officeDocument/2006/relationships/notesSlide" Target="../notesSlides/notesSlide28.xml"/><Relationship Id="Rfad78626f55d4b23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03710e4805f414e" Type="http://schemas.openxmlformats.org/officeDocument/2006/relationships/image" Target="../media/image14.png"/><Relationship Id="R335a6b3d04b74879" Type="http://schemas.openxmlformats.org/officeDocument/2006/relationships/image" Target="../media/image20.png"/><Relationship Id="R854559831e8a4c4c" Type="http://schemas.openxmlformats.org/officeDocument/2006/relationships/notesSlide" Target="../notesSlides/notesSlide29.xml"/><Relationship Id="Ra9186cc3c5124f8f" Type="http://schemas.openxmlformats.org/officeDocument/2006/relationships/slideLayout" Target="../slideLayouts/slideLayout1.xml"/><Relationship Id="Rb049e60c5c534e16" Type="http://schemas.openxmlformats.org/officeDocument/2006/relationships/image" Target="../media/image15.png"/><Relationship Id="Rc07c1f80dc56481b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3d92ee9b0cb94477" Type="http://schemas.openxmlformats.org/officeDocument/2006/relationships/image" Target="../media/image2.png"/><Relationship Id="R65551f45a27f4948" Type="http://schemas.openxmlformats.org/officeDocument/2006/relationships/slideLayout" Target="../slideLayouts/slideLayout1.xml"/><Relationship Id="R71efa7f874be4686" Type="http://schemas.openxmlformats.org/officeDocument/2006/relationships/image" Target="../media/image.png"/><Relationship Id="R7c115749778a4b9f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2123f095a65c4f42" Type="http://schemas.openxmlformats.org/officeDocument/2006/relationships/slideLayout" Target="../slideLayouts/slideLayout1.xml"/><Relationship Id="R270cd8e302ad4ee1" Type="http://schemas.openxmlformats.org/officeDocument/2006/relationships/image" Target="../media/image27.png"/><Relationship Id="R2951cde063b74fcd" Type="http://schemas.openxmlformats.org/officeDocument/2006/relationships/notesSlide" Target="../notesSlides/notesSlide31.xml"/><Relationship Id="R3e6bcfe6e3064359" Type="http://schemas.openxmlformats.org/officeDocument/2006/relationships/image" Target="../media/image26.png"/><Relationship Id="Raafc8612571f4fd1" Type="http://schemas.openxmlformats.org/officeDocument/2006/relationships/image" Target="../media/image14.png"/><Relationship Id="Rd77d8f7ad334458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0af96051ed024b94" Type="http://schemas.openxmlformats.org/officeDocument/2006/relationships/image" Target="../media/image5.png"/><Relationship Id="R73dd21d952534e55" Type="http://schemas.openxmlformats.org/officeDocument/2006/relationships/slideLayout" Target="../slideLayouts/slideLayout1.xml"/><Relationship Id="Rfc5f5f40689a4eea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13e912eaa6704ff7" Type="http://schemas.openxmlformats.org/officeDocument/2006/relationships/notesSlide" Target="../notesSlides/notesSlide33.xml"/><Relationship Id="Rb00457b6bf624448" Type="http://schemas.openxmlformats.org/officeDocument/2006/relationships/slideLayout" Target="../slideLayouts/slideLayout1.xml"/><Relationship Id="Rcd03625b384e4d7f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52079827851644f6" Type="http://schemas.openxmlformats.org/officeDocument/2006/relationships/notesSlide" Target="../notesSlides/notesSlide34.xml"/><Relationship Id="Rcf5988e1557c4061" Type="http://schemas.openxmlformats.org/officeDocument/2006/relationships/slideLayout" Target="../slideLayouts/slideLayout1.xml"/><Relationship Id="Rddadaaf9926047e3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0be332a1a08f4abd" Type="http://schemas.openxmlformats.org/officeDocument/2006/relationships/slideLayout" Target="../slideLayouts/slideLayout1.xml"/><Relationship Id="R6104391cb47f4c1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5b6f95875a5b41f1" Type="http://schemas.openxmlformats.org/officeDocument/2006/relationships/slideLayout" Target="../slideLayouts/slideLayout1.xml"/><Relationship Id="R5f5ca234302942c0" Type="http://schemas.openxmlformats.org/officeDocument/2006/relationships/notesSlide" Target="../notesSlides/notesSlide36.xml"/><Relationship Id="R83c0bd7604174be0" Type="http://schemas.openxmlformats.org/officeDocument/2006/relationships/image" Target="../media/image24.png"/><Relationship Id="Rd5c58d1e30124ba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34b827c015da4665" Type="http://schemas.openxmlformats.org/officeDocument/2006/relationships/image" Target="../media/image30.png"/><Relationship Id="R384f95c6b0c44434" Type="http://schemas.openxmlformats.org/officeDocument/2006/relationships/image" Target="../media/image5.png"/><Relationship Id="R59692f7e4e194e60" Type="http://schemas.openxmlformats.org/officeDocument/2006/relationships/notesSlide" Target="../notesSlides/notesSlide37.xml"/><Relationship Id="R7f556b5d91e34ba3" Type="http://schemas.openxmlformats.org/officeDocument/2006/relationships/slideLayout" Target="../slideLayouts/slideLayout1.xml"/><Relationship Id="R87d2208d85344ef1" Type="http://schemas.openxmlformats.org/officeDocument/2006/relationships/image" Target="../media/image29.png"/><Relationship Id="Rbd286a9eb5c64694" Type="http://schemas.openxmlformats.org/officeDocument/2006/relationships/image" Target="../media/image.png"/></Relationships>
</file>

<file path=ppt/slides/_rels/slide38.xml.rels><?xml version='1.0' encoding='UTF-8' standalone='yes'?>
<Relationships xmlns="http://schemas.openxmlformats.org/package/2006/relationships"><Relationship Id="Rfe6bac30751b43d7" Type="http://schemas.openxmlformats.org/officeDocument/2006/relationships/slideLayout" Target="../slideLayouts/slideLayout1.xml"/><Relationship Id="rIdPrA" Type="http://schemas.openxmlformats.org/officeDocument/2006/relationships/image" Target="../media/prices_settings_a.png"/><Relationship Id="rIdPrB" Type="http://schemas.openxmlformats.org/officeDocument/2006/relationships/image" Target="../media/prices_settings_b.png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f0b1c8b1774d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 descr="Front page of the EU SAE app: Poverty and welfare. A clearer local picture. Start an analysi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235489039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1159001"/>
            <a:ext cx="3291840" cy="2180844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3F6FA8"/>
            </a:solidFill>
          </a:ln>
        </p:spPr>
      </p:pic>
      <p:sp>
        <p:nvSpPr>
          <p:cNvPr id="30" name="Image credit"/>
          <p:cNvSpPr txBox="1"/>
          <p:nvPr/>
        </p:nvSpPr>
        <p:spPr>
          <a:xfrm xmlns:a="http://schemas.openxmlformats.org/drawingml/2006/main">
            <a:off x="5394960" y="3399845"/>
            <a:ext cx="3291840" cy="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lang="en-US" sz="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Front page of the EU SAE app (wizard and dashboard)</a:t>
            </a:r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WIZARD &amp;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d0be45adc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from GitHub Releases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bf9a3b3a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Start_Here to choose a launcher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bb90e08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37176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5b324b0fb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download the 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package from the GitHub Releases page.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10cf2fcb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wizard or the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019f9789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an approved provider or gateway only after acknowledging the external transfer; then enter a key.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application?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interfaces over one analysis engine, both guiding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Two entry points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 launchers: open Start_Here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ae1d82bf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41030e9f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50e016a9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05c50398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7f1cc56a9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3f7834504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2620024bc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 (optional log scale), in current or constant prices; changes reported in %.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- wizard Step 4 (Models), or the dashboard sidebar.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01ed8e52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566f2ee1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9866d4d4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616be90a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Accepted formats: RDS/RData, CSV/TSV/TXT/DAT, Stata, SPSS, SAS, Parquet/Feather,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a135d2f28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Accepted formats: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2a20a6bb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formats are very flexible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Each input accepts many common formats — the app reads them automatically.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Household data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6a68ef47c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RDS/RData, CSV, TSV, TXT, DAT, Stata, SPSS, SAS, Parquet, Feather, and Excel — person or household microdata in whichever you already have.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 covariates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ce1d82bf8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same table formats as the survey: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ce40553f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GIS format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ESRI shapefile .zip (with valid .shp/.shx/.dbf), RDS/RData, GeoPackage (.gpkg), GeoJSON/JSON, KML, and GML.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 INPUTS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8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package and prepare approved local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zip from GitHub Releases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readiness diagnostics only - wizard Step 6, or the dashboard sidebar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de52509a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1542f7581f45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 descr="Example map: poverty rate by Spanish province, 2013 (package output; boundaries IGN CC BY 4.0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8493c28fc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345647"/>
            <a:ext cx="3154680" cy="2319618"/>
          </a:xfrm>
          <a:prstGeom xmlns:a="http://schemas.openxmlformats.org/drawingml/2006/main" prst="rect">
            <a:avLst/>
          </a:prstGeom>
        </p:spPr>
      </p:pic>
      <p:sp>
        <p:nvSpPr>
          <p:cNvPr id="10" name="Map credit"/>
          <p:cNvSpPr txBox="1"/>
          <p:nvPr/>
        </p:nvSpPr>
        <p:spPr>
          <a:xfrm xmlns:a="http://schemas.openxmlformats.org/drawingml/2006/main">
            <a:off x="5532120" y="3710985"/>
            <a:ext cx="3154680" cy="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lang="en-US" sz="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Example map drawn by the package (Spain example). Boundaries: Obra derivada de CartoBase ANE 2006-2024 CC-BY 4.0 ign.es</a:t>
            </a:r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9 / 38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and the app; Pandoc comes automatically; AI is optional.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503aabb89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- approved versions work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fdf10483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the GitHub Releases page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eu-sae-application/releases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c0e372af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170bf4c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generation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Pandoc: reused if installed, else downloaded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offline: RStudio, Quarto or Pandoc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 4.2+ using your approved version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absolute latest R release is not required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e5efef10d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4.2+ powers the dashboard. Use the newest version your organization approves; the absolute latest R release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package from GitHub Releases.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zip under Assets at github.com/Noboyoshida227/eu-sae-application/releases, not the "Source code" archives.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is EU_SAE_520_w5k.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EU_SAE_520_w5k. Windows launchers are in Start_Here. The package includes apps, scripts, tests and docs. Examples: Data/simulated/ and Data/Spain/.</a:t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EU_SAE_520_w5k/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 + Start_Here/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 + scripts/ + tests/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 (empty)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docs/ +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LICENSE + NOTICE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release_manifest.csv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either launcher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gt, xml2, zip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14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Windows: double-click a .bat launcher. macOS: double-click a .command launcher; if blocked on first launch, Control-click it and choose Open. Linux: run it with bash. Ports: 7788 wizard, 7777 dashboard.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Windows: *.bat  ·  macOS: *.command  ·  Linux: bash *.command  (in Start_Here)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2503ae30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app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front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7bfc704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Start an analysis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ff3e80397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the DOCX guideline note, this slide deck, sidebar Resources,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874c37baa24ac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 descr="Example map: poverty rate by Spanish province, 2013 (package output; boundaries IGN CC BY 4.0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0a3cfc1e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345647"/>
            <a:ext cx="3154680" cy="2319618"/>
          </a:xfrm>
          <a:prstGeom xmlns:a="http://schemas.openxmlformats.org/drawingml/2006/main" prst="rect">
            <a:avLst/>
          </a:prstGeom>
        </p:spPr>
      </p:pic>
      <p:sp>
        <p:nvSpPr>
          <p:cNvPr id="10" name="Map credit"/>
          <p:cNvSpPr txBox="1"/>
          <p:nvPr/>
        </p:nvSpPr>
        <p:spPr>
          <a:xfrm xmlns:a="http://schemas.openxmlformats.org/drawingml/2006/main">
            <a:off x="5532120" y="3710985"/>
            <a:ext cx="3154680" cy="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lang="en-US" sz="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Example map drawn by the package (Spain example). Boundaries: Obra derivada de CartoBase ANE 2006-2024 CC-BY 4.0 ign.es</a:t>
            </a:r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wizard,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by step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Six steps from data to run. The classic dashboard offers the same controls in one sidebar.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15 / 38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front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in both interfaces. Click Start an analysis to open the workspace.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60" name="Front page" descr="Front page of the EU SAE app with the Start an analysis butt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rontPage1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2920" y="2121408"/>
            <a:ext cx="4937760" cy="2359152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Wizard: six steps on a clickable breadcrumb  ·  Dashboard: one sidebar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- input validation (wizard: inside Step 6)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 (wizard: inside Step 6)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- progress, run folder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wizard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one of the six steps shares this layout. Step 1 shown.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5f72312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47088"/>
            <a:ext cx="5669280" cy="2572436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312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you are, and what is still outstanding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374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Guidance banner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662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what this step is for, in one line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724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Form column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012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inputs; help panels sit to the right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075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Back / Next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63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move freely - nothing is locked</a:t>
            </a:r>
          </a:p>
        </p:txBody>
      </p:sp>
    </p:spTree>
    <p:extLst>
      <p:ext uri="{BB962C8B-B14F-4D97-AF65-F5344CB8AC3E}">
        <p14:creationId xmlns:p14="http://schemas.microsoft.com/office/powerpoint/2010/main" val="16925273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things to watch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parts of the screen that tell you whether the run will work.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47088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 - green is complete, amber has an outstanding item, blue is the current step. Clickable.</a:t>
            </a:r>
          </a:p>
        </p:txBody>
      </p:sp>
      <p:pic>
        <p:nvPicPr>
          <p:cNvPr id="41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6e34a455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84832"/>
            <a:ext cx="6309360" cy="25237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8374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Validation - green confirms the step is satisfied; red lists what to check. Both can appear together.</a:t>
            </a:r>
          </a:p>
        </p:txBody>
      </p:sp>
      <p:pic>
        <p:nvPicPr>
          <p:cNvPr id="43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8b2e349f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776118"/>
            <a:ext cx="6309360" cy="611219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88505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Navigation - Next stays available on an incomplete step. Only the run control in Step 6 is gated.</a:t>
            </a:r>
          </a:p>
        </p:txBody>
      </p:sp>
      <p:pic>
        <p:nvPicPr>
          <p:cNvPr id="4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a76cd1567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826249"/>
            <a:ext cx="6309360" cy="2918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969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1 — DATA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Data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settings first, then the input files.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7b16374d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2651760" cy="2593965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2024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two, comma-separated — each year is estimated, then the change is tested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8716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Country or territory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7004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appears in the report and analysis-brief headers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5409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and run label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3697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123 reproduces the run; the label names the archive folder under app_runs/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Below the settings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03904"/>
            <a:ext cx="5074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Browse to the survey, auxiliary and geometry files; a population file and, for mean welfare in constant prices, a CPI file are optional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2 — MAPPING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Variable mapping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Tell the app which column holds which variable.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049e9be2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238719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914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Left: survey columns. Right: the join keys — the auxiliary and shapefile domain fields must hold the same domain IDs as the survey. A red field means the typed name is not in the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10693410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Indicator definition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what is being modelled; the help panel updates with each choice.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038f3a13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1931457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33409"/>
            <a:ext cx="8138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Poverty (FGT) needs a welfare variable and a poverty line — a column in the data or a numeric value — and produces FGT(0) headcount, FGT(1) gap or FGT(2) severity. Mean welfare models the weighted mean directly and hides the poverty-line inputs; it also asks which prices welfare is in (next slide).</a:t>
            </a:r>
          </a:p>
        </p:txBody>
      </p:sp>
    </p:spTree>
    <p:extLst>
      <p:ext uri="{BB962C8B-B14F-4D97-AF65-F5344CB8AC3E}">
        <p14:creationId xmlns:p14="http://schemas.microsoft.com/office/powerpoint/2010/main" val="1303606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23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539496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poverty: arcsin / no</a:t>
                      </a:r>
                    </a:p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welfare: log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Default first. arcsin keeps rates in 0–1; log suits skewed welfare.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arcsin: bc / none</a:t>
                      </a:r>
                    </a:p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log: bc_sm / none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Default first. Corrects the back-transform; bc_sm is Duan’s smearing.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 or &lt; 0.001.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Screens candidates before stepwise.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2a5d95285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Keep LASSO off for replication; turn it on only to screen large candidate sets.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e0a9288f7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0" y="1828800"/>
            <a:ext cx="2606040" cy="2231024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14688"/>
            <a:ext cx="2606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600200"/>
          <a:ext xmlns:a="http://schemas.openxmlformats.org/drawingml/2006/main" cx="5394960" cy="2681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 or &lt; 0.001.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Log 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log (default)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Mean welfare; bc_sm = Duan smearing.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is reported.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Also fit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Comparison only; selection unchanged.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Screens candidates before stepwise.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4340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3300fae7d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1655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4340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default. MFH3 falls back to MFH2 on error or non-convergence, and is kept only if its variance test supports it. MFH1 is a manual sensitivity option.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9a88ffb99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0" y="1828800"/>
            <a:ext cx="2194560" cy="2194560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069080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 (MFH-specific controls)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If a boundary fit cannot be benchmarked, the report states why and continues with unbenchmarked estimates.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23eddf32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Benchmarking level control and optional target database then appear.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4f15b9697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group, in the prices of the survey welfare. If omitted, survey direct estimates are the targets. Uploaded targets are taken as fixed; for mean welfare in logs, the benchmarked RMSE is approximate.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089369e6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National to match the population-weighted domain estimates to the direct national target. Choose Grouped, then map region, NUTS2, or another higher-level survey variable.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5 — 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5 — AI Assistant (optional)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Off by default. Nothing is sent anywhere unless you opt in here.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controls before any key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enable the assistant AND acknowledge the external transfer; only then paste an approved provider or gateway key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text comes back in the language you pick — 25 options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it lands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labelled blocks in both HTML and Word reports; status is saved in outputs/data/ai_interpretations.rds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Keys and providers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 Part 03 of this guide; keys are never stored on disk</a:t>
            </a:r>
          </a:p>
        </p:txBody>
      </p:sp>
    </p:spTree>
    <p:extLst>
      <p:ext uri="{BB962C8B-B14F-4D97-AF65-F5344CB8AC3E}">
        <p14:creationId xmlns:p14="http://schemas.microsoft.com/office/powerpoint/2010/main" val="18649679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Wizard Step 6  ·  Dashboard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059992256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234d8e453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in the background: the page stays usable and Stop ends a run. Current files go to outputs/, with a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38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Updates as you change inputs. Checks that the app can run: folder, packages, years and files.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Project root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Working directory looks correct (the package folder)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rmarkdown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Package 'rmarkdown' is available for report rendering.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Two analysis years detected: 2012, 2013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Spatial dependency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Package 'sf' is available.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c24d57236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Input data files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Survey: available | Auxiliary: available | Geometry: missing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OK: the check passed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Check: needs attention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Fix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see Recommended actions below the checks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Variable mappings and data quality are checked by Check Data Readiness (Data Readiness tab).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Mean, SE, correlation and its p-value; most significant first.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OUTPUTS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30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 + .docx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results in both formats. Word text/tables are editable; figures are images. AI blocks retain review labels.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diagnostics, change and RMSE box plots by method, and UFH–MFH comparison plots (.png).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c1f80dc56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Direct, FH, and MFH estimates with domain names, population, poverty line, MSE, RMSE, CV, and benchmark columns when enabled.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Workbooks include EU_SAE_results.xlsx and change_estimate_comparison.xlsx; models and AI metadata are retained.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readiness checks, LASSO/stepwise diagnostics, model-fit statistics, Shapiro tests, and significance results.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6b3d04b7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Save a separate Word copy before editing. Keep outputs/data/ for Excel links; later runs replace current outputs.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efa7f874be46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 descr="Example map: poverty rate by Spanish province, 2013 (package output; boundaries IGN CC BY 4.0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ee9b0cb9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345647"/>
            <a:ext cx="3154680" cy="2319618"/>
          </a:xfrm>
          <a:prstGeom xmlns:a="http://schemas.openxmlformats.org/drawingml/2006/main" prst="rect">
            <a:avLst/>
          </a:prstGeom>
        </p:spPr>
      </p:pic>
      <p:sp>
        <p:nvSpPr>
          <p:cNvPr id="10" name="Map credit"/>
          <p:cNvSpPr txBox="1"/>
          <p:nvPr/>
        </p:nvSpPr>
        <p:spPr>
          <a:xfrm xmlns:a="http://schemas.openxmlformats.org/drawingml/2006/main">
            <a:off x="5532120" y="3710985"/>
            <a:ext cx="3154680" cy="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lang="en-US" sz="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Example map drawn by the package (Spain example). Boundaries: Obra derivada de CartoBase ANE 2006-2024 CC-BY 4.0 ign.es</a:t>
            </a:r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Acknowledge the external transfer first; use only an approved provider or gateway, then enter a key.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31 / 38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32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in both HTML and Word reports,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d8f7ad334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bcfe6e306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8612571f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cd8e302ad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No microdata is sent. Prompts carry aggregate estimates, uncertainty, diagnostics and counts; geographic identifiers are removed from the ranked and extreme-change tables. Every AI block requires documented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33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6051ed02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34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625b384e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35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interpretations appear in both HTML and Word reports. No microdata is sent; geographic IDs are removed from prompt tables.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and acknowledge the external transfer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controls are required before key entry.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Enter an approved provider or gateway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aaf99260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36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37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8d1e3012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the launcher you used.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for each file. Survey/auxiliary: RDS/RData, CSV/TSV/TXT/DAT, Stata/SPSS/SAS, Parquet/Feather, Excel. Geometry: ESRI .zip, RDS, GPKG, GeoJSON.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or Word file missing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the run log, Pandoc, xml2 and zip; fix and regenerate. Word failure leaves HTML intact.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again, or reduce the year range. Check the Status tab for the provider error summary.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286a9eb5c6469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2208d8534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package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GitHub Releases (Assets)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27c015da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95c6b0c4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before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Then enter an approved key or gateway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github.com/Noboyoshida227/eu-sae-application/issues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Prices of mean welfare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Say which prices the survey welfare is in; convert it with a price index if needed.</a:t>
            </a:r>
          </a:p>
        </p:txBody>
      </p:sp>
      <p:pic>
        <p:nvPicPr>
          <p:cNvPr id="101" name="Prices settings, part 1" descr="Wizard Step 3 for mean welfare: welfare prices, price index source and income reference perio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Pr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2920" y="1810512"/>
            <a:ext cx="2067412" cy="2100228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CE4F0"/>
            </a:solidFill>
          </a:ln>
        </p:spPr>
      </p:pic>
      <p:pic>
        <p:nvPicPr>
          <p:cNvPr id="102" name="Prices settings, part 2" descr="Wizard Step 3 for mean welfare: CPI organisation, price base year and index valu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Pr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753212" y="1810512"/>
            <a:ext cx="2067412" cy="269748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CE4F0"/>
            </a:solidFill>
          </a:ln>
        </p:spPr>
      </p:pic>
      <p:sp>
        <p:nvSpPr>
          <p:cNvPr id="110" name="Text 110"/>
          <p:cNvSpPr txBox="1"/>
          <p:nvPr/>
        </p:nvSpPr>
        <p:spPr>
          <a:xfrm xmlns:a="http://schemas.openxmlformats.org/drawingml/2006/main">
            <a:off x="5140663" y="1828800"/>
            <a:ext cx="350041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Welfare in the survey data is in</a:t>
            </a:r>
          </a:p>
        </p:txBody>
      </p:sp>
      <p:sp>
        <p:nvSpPr>
          <p:cNvPr id="111" name="Text 111"/>
          <p:cNvSpPr txBox="1"/>
          <p:nvPr/>
        </p:nvSpPr>
        <p:spPr>
          <a:xfrm xmlns:a="http://schemas.openxmlformats.org/drawingml/2006/main">
            <a:off x="5140663" y="2020824"/>
            <a:ext cx="350041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Convert with a price index, keep current prices, or choose “constant (real) prices already”: then no CPI is needed.</a:t>
            </a:r>
          </a:p>
        </p:txBody>
      </p:sp>
      <p:sp>
        <p:nvSpPr>
          <p:cNvPr id="112" name="Text 112"/>
          <p:cNvSpPr txBox="1"/>
          <p:nvPr/>
        </p:nvSpPr>
        <p:spPr>
          <a:xfrm xmlns:a="http://schemas.openxmlformats.org/drawingml/2006/main">
            <a:off x="5140663" y="2377440"/>
            <a:ext cx="350041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Price index values</a:t>
            </a:r>
          </a:p>
        </p:txBody>
      </p:sp>
      <p:sp>
        <p:nvSpPr>
          <p:cNvPr id="113" name="Text 113"/>
          <p:cNvSpPr txBox="1"/>
          <p:nvPr/>
        </p:nvSpPr>
        <p:spPr>
          <a:xfrm xmlns:a="http://schemas.openxmlformats.org/drawingml/2006/main">
            <a:off x="5140663" y="2569464"/>
            <a:ext cx="350041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Typed in by year, or read from the CPI file chosen in Step 1 (then pick its year and CPI columns).</a:t>
            </a:r>
          </a:p>
        </p:txBody>
      </p:sp>
      <p:sp>
        <p:nvSpPr>
          <p:cNvPr id="114" name="Text 114"/>
          <p:cNvSpPr txBox="1"/>
          <p:nvPr/>
        </p:nvSpPr>
        <p:spPr>
          <a:xfrm xmlns:a="http://schemas.openxmlformats.org/drawingml/2006/main">
            <a:off x="5140663" y="2926080"/>
            <a:ext cx="350041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Incomes refer to</a:t>
            </a:r>
          </a:p>
        </p:txBody>
      </p:sp>
      <p:sp>
        <p:nvSpPr>
          <p:cNvPr id="115" name="Text 115"/>
          <p:cNvSpPr txBox="1"/>
          <p:nvPr/>
        </p:nvSpPr>
        <p:spPr>
          <a:xfrm xmlns:a="http://schemas.openxmlformats.org/drawingml/2006/main">
            <a:off x="5140663" y="3118104"/>
            <a:ext cx="350041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survey year, or the calendar year before the survey: for EU-SILC 2013, the app uses the 2012 index.</a:t>
            </a:r>
          </a:p>
        </p:txBody>
      </p:sp>
      <p:sp>
        <p:nvSpPr>
          <p:cNvPr id="116" name="Text 116"/>
          <p:cNvSpPr txBox="1"/>
          <p:nvPr/>
        </p:nvSpPr>
        <p:spPr>
          <a:xfrm xmlns:a="http://schemas.openxmlformats.org/drawingml/2006/main">
            <a:off x="5140663" y="3474720"/>
            <a:ext cx="350041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How the CPI is organised</a:t>
            </a:r>
          </a:p>
        </p:txBody>
      </p:sp>
      <p:sp>
        <p:nvSpPr>
          <p:cNvPr id="117" name="Text 117"/>
          <p:cNvSpPr txBox="1"/>
          <p:nvPr/>
        </p:nvSpPr>
        <p:spPr>
          <a:xfrm xmlns:a="http://schemas.openxmlformats.org/drawingml/2006/main">
            <a:off x="5140663" y="3666744"/>
            <a:ext cx="350041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Fixed reference year (e.g. 2015 = 100), previous year = 100 (e.g. 103.6), or annual change in % (3.6).</a:t>
            </a:r>
          </a:p>
        </p:txBody>
      </p:sp>
      <p:sp>
        <p:nvSpPr>
          <p:cNvPr id="118" name="Text 118"/>
          <p:cNvSpPr txBox="1"/>
          <p:nvPr/>
        </p:nvSpPr>
        <p:spPr>
          <a:xfrm xmlns:a="http://schemas.openxmlformats.org/drawingml/2006/main">
            <a:off x="5140663" y="4023360"/>
            <a:ext cx="350041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Price base year</a:t>
            </a:r>
          </a:p>
        </p:txBody>
      </p:sp>
      <p:sp>
        <p:nvSpPr>
          <p:cNvPr id="119" name="Text 119"/>
          <p:cNvSpPr txBox="1"/>
          <p:nvPr/>
        </p:nvSpPr>
        <p:spPr>
          <a:xfrm xmlns:a="http://schemas.openxmlformats.org/drawingml/2006/main">
            <a:off x="5140663" y="4215384"/>
            <a:ext cx="350041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income year by default, or any year such as 2017. Percentage changes do not depend on it.</a:t>
            </a:r>
          </a:p>
        </p:txBody>
      </p:sp>
      <p:sp>
        <p:nvSpPr>
          <p:cNvPr id="120" name="Text 120"/>
          <p:cNvSpPr txBox="1"/>
          <p:nvPr/>
        </p:nvSpPr>
        <p:spPr>
          <a:xfrm xmlns:a="http://schemas.openxmlformats.org/drawingml/2006/main">
            <a:off x="502920" y="3959352"/>
            <a:ext cx="2067412" cy="722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B"/>
          </a:solidFill>
        </p:spPr>
        <p:txBody>
          <a:bodyPr xmlns:a="http://schemas.openxmlformats.org/drawingml/2006/main" wrap="square" lIns="64008" tIns="45720" rIns="64008" bIns="4572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price basis. </a:t>
            </a:r>
            <a:r>
              <a:rPr sz="8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Welfare, poverty lines and targets must be in the same prices in both years. Only calendar-year income periods are handled; convert other periods before upload, then choose “constant (real) prices already”.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2026-09-01T22:04:09.2800000Z</dcterms:created>
  <dcterms:modified xsi:type="dcterms:W3CDTF">2026-09-01T22:04:09.2800000Z</dcterms:modified>
</coreProperties>
</file>