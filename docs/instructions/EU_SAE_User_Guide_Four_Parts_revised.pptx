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221a1158898940db" Type="http://schemas.openxmlformats.org/officeDocument/2006/relationships/officeDocument" Target="ppt/presentation.xml"/><Relationship Id="R3c3fd8ca82e24817" Type="http://schemas.openxmlformats.org/officeDocument/2006/relationships/extended-properties" Target="docProps/app.xml"/><Relationship Id="R75e3cf9c469a4782"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f53d2373a91e4842"/>
  </p:sldMasterIdLst>
  <p:notesMasterIdLst>
    <p:notesMasterId xmlns:r="http://schemas.openxmlformats.org/officeDocument/2006/relationships" r:id="Rac195e0de7654515"/>
  </p:notesMasterIdLst>
  <p:sldIdLst>
    <p:sldId xmlns:r="http://schemas.openxmlformats.org/officeDocument/2006/relationships" id="256" r:id="R5943f9945b2d40ef"/>
    <p:sldId xmlns:r="http://schemas.openxmlformats.org/officeDocument/2006/relationships" id="257" r:id="R988dd1e6c0e848f8"/>
    <p:sldId xmlns:r="http://schemas.openxmlformats.org/officeDocument/2006/relationships" id="258" r:id="Rd0e73c364fa34e96"/>
    <p:sldId xmlns:r="http://schemas.openxmlformats.org/officeDocument/2006/relationships" id="259" r:id="R2561d4e8cea346aa"/>
    <p:sldId xmlns:ns0="http://schemas.openxmlformats.org/officeDocument/2006/relationships" id="317" ns0:id="rId68"/>
    <p:sldId xmlns:r="http://schemas.openxmlformats.org/officeDocument/2006/relationships" id="265" r:id="R23ec7e96579345e8"/>
    <p:sldId xmlns:r="http://schemas.openxmlformats.org/officeDocument/2006/relationships" id="266" r:id="Rc1fce764b9ed42af"/>
    <p:sldId xmlns:r="http://schemas.openxmlformats.org/officeDocument/2006/relationships" id="267" r:id="R2b812f59be3f48fc"/>
    <p:sldId xmlns:r="http://schemas.openxmlformats.org/officeDocument/2006/relationships" id="268" r:id="R9f938917f1954e7b"/>
    <p:sldId xmlns:r="http://schemas.openxmlformats.org/officeDocument/2006/relationships" id="269" r:id="Rbfe3dae6d6cb4223"/>
    <p:sldId xmlns:r="http://schemas.openxmlformats.org/officeDocument/2006/relationships" id="261" r:id="R3ef4facb6d5b42e1"/>
    <p:sldId xmlns:r="http://schemas.openxmlformats.org/officeDocument/2006/relationships" id="262" r:id="Ra6a652c204b34ae4"/>
    <p:sldId xmlns:r="http://schemas.openxmlformats.org/officeDocument/2006/relationships" id="263" r:id="R65a1dd754c4440ad"/>
    <p:sldId xmlns:r="http://schemas.openxmlformats.org/officeDocument/2006/relationships" id="271" r:id="R203a6da4a39243e9"/>
    <p:sldId xmlns:r="http://schemas.openxmlformats.org/officeDocument/2006/relationships" id="272" r:id="R90ee245988a84f84"/>
    <p:sldId xmlns:r="http://schemas.openxmlformats.org/officeDocument/2006/relationships" id="273" r:id="R649b52c46a274415"/>
    <p:sldId xmlns:r="http://schemas.openxmlformats.org/officeDocument/2006/relationships" id="274" r:id="Re886f8aaebd0431e"/>
    <p:sldId xmlns:r="http://schemas.openxmlformats.org/officeDocument/2006/relationships" id="275" r:id="R0e18687375094f3e"/>
    <p:sldId xmlns:r="http://schemas.openxmlformats.org/officeDocument/2006/relationships" id="276" r:id="Rf6e7b581020e47d1"/>
    <p:sldId xmlns:r="http://schemas.openxmlformats.org/officeDocument/2006/relationships" id="277" r:id="Rce4a3c79492441a1"/>
    <p:sldId xmlns:ns0="http://schemas.openxmlformats.org/officeDocument/2006/relationships" id="315" ns0:id="rId66"/>
    <p:sldId xmlns:r="http://schemas.openxmlformats.org/officeDocument/2006/relationships" id="278" r:id="R4a44b029d1474dbd"/>
    <p:sldId xmlns:r="http://schemas.openxmlformats.org/officeDocument/2006/relationships" id="279" r:id="R7a808c70437f4537"/>
    <p:sldId xmlns:r="http://schemas.openxmlformats.org/officeDocument/2006/relationships" id="280" r:id="Raa8f1fedcbae4c7e"/>
    <p:sldId xmlns:r="http://schemas.openxmlformats.org/officeDocument/2006/relationships" id="281" r:id="Rf132824087fd4f5c"/>
    <p:sldId xmlns:r="http://schemas.openxmlformats.org/officeDocument/2006/relationships" id="282" r:id="R8f73f13d10e74c51"/>
    <p:sldId xmlns:r="http://schemas.openxmlformats.org/officeDocument/2006/relationships" id="283" r:id="Re8d92c8dc00d4d3f"/>
    <p:sldId xmlns:r="http://schemas.openxmlformats.org/officeDocument/2006/relationships" id="284" r:id="Reef8065e90bc4043"/>
    <p:sldId xmlns:r="http://schemas.openxmlformats.org/officeDocument/2006/relationships" id="285" r:id="R0291b8fb518a4f4c"/>
    <p:sldId xmlns:r="http://schemas.openxmlformats.org/officeDocument/2006/relationships" id="264" r:id="R4e41412298734a28"/>
    <p:sldId xmlns:r="http://schemas.openxmlformats.org/officeDocument/2006/relationships" id="286" r:id="R618089b8de704c23"/>
    <p:sldId xmlns:ns0="http://schemas.openxmlformats.org/officeDocument/2006/relationships" id="316" ns0:id="rId67"/>
    <p:sldId xmlns:r="http://schemas.openxmlformats.org/officeDocument/2006/relationships" id="287" r:id="R34f410e4c7e74bbd"/>
    <p:sldId xmlns:r="http://schemas.openxmlformats.org/officeDocument/2006/relationships" id="288" r:id="Rdf977c9dbc1648f0"/>
    <p:sldId xmlns:r="http://schemas.openxmlformats.org/officeDocument/2006/relationships" id="289" r:id="R9a4d0e7d3aae4892"/>
    <p:sldId xmlns:r="http://schemas.openxmlformats.org/officeDocument/2006/relationships" id="290" r:id="R51c256474e0b4c35"/>
    <p:sldId xmlns:r="http://schemas.openxmlformats.org/officeDocument/2006/relationships" id="291" r:id="R81a779df5fda4565"/>
    <p:sldId xmlns:r="http://schemas.openxmlformats.org/officeDocument/2006/relationships" id="292" r:id="Rc3286e65dab447e9"/>
    <p:sldId xmlns:r="http://schemas.openxmlformats.org/officeDocument/2006/relationships" id="293" r:id="Rc7f3a5fff7ed4776"/>
    <p:sldId xmlns:r="http://schemas.openxmlformats.org/officeDocument/2006/relationships" id="294" r:id="Rffbef44c96c74ea1"/>
    <p:sldId xmlns:r="http://schemas.openxmlformats.org/officeDocument/2006/relationships" id="295" r:id="R6c2f885dc29b494f"/>
    <p:sldId xmlns:r="http://schemas.openxmlformats.org/officeDocument/2006/relationships" id="297" r:id="R05aed14ca3fe4bea"/>
    <p:sldId xmlns:r="http://schemas.openxmlformats.org/officeDocument/2006/relationships" id="298" r:id="Rf8058aa977cb4715"/>
    <p:sldId xmlns:r="http://schemas.openxmlformats.org/officeDocument/2006/relationships" id="299" r:id="Rac7a374064fc452c"/>
    <p:sldId xmlns:r="http://schemas.openxmlformats.org/officeDocument/2006/relationships" id="300" r:id="R7c58256e73034871"/>
    <p:sldId xmlns:r="http://schemas.openxmlformats.org/officeDocument/2006/relationships" id="301" r:id="Rcfa4137205a64246"/>
    <p:sldId xmlns:r="http://schemas.openxmlformats.org/officeDocument/2006/relationships" id="302" r:id="Rd7b39c98a8a2495e"/>
    <p:sldId xmlns:r="http://schemas.openxmlformats.org/officeDocument/2006/relationships" id="303" r:id="R44e5a83d4ccb4bab"/>
    <p:sldId xmlns:r="http://schemas.openxmlformats.org/officeDocument/2006/relationships" id="304" r:id="Rece38ed67ac248e9"/>
    <p:sldId xmlns:r="http://schemas.openxmlformats.org/officeDocument/2006/relationships" id="305" r:id="R0a2e653e42dd4858"/>
    <p:sldId xmlns:r="http://schemas.openxmlformats.org/officeDocument/2006/relationships" id="306" r:id="R3fcba0c40b7449bc"/>
    <p:sldId xmlns:r="http://schemas.openxmlformats.org/officeDocument/2006/relationships" id="307" r:id="Rf81e5dfec6434b1d"/>
    <p:sldId xmlns:r="http://schemas.openxmlformats.org/officeDocument/2006/relationships" id="308" r:id="Rce62c28e959249ec"/>
    <p:sldId xmlns:r="http://schemas.openxmlformats.org/officeDocument/2006/relationships" id="309" r:id="R0b31a0b34d2642c4"/>
    <p:sldId xmlns:r="http://schemas.openxmlformats.org/officeDocument/2006/relationships" id="310" r:id="R1b377e48c562446b"/>
    <p:sldId xmlns:r="http://schemas.openxmlformats.org/officeDocument/2006/relationships" id="311" r:id="R2a6a4f1fecce4713"/>
    <p:sldId xmlns:r="http://schemas.openxmlformats.org/officeDocument/2006/relationships" id="312" r:id="Rb039a850c1d84a48"/>
    <p:sldId xmlns:r="http://schemas.openxmlformats.org/officeDocument/2006/relationships" id="313" r:id="R14fc548f17b54e1a"/>
    <p:sldId xmlns:r="http://schemas.openxmlformats.org/officeDocument/2006/relationships" id="314" r:id="R53abe6087a604140"/>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291b8fb518a4f4c" Type="http://schemas.openxmlformats.org/officeDocument/2006/relationships/slide" Target="slides/slide30.xml"/><Relationship Id="R05aed14ca3fe4bea" Type="http://schemas.openxmlformats.org/officeDocument/2006/relationships/slide" Target="slides/slide42.xml"/><Relationship Id="R0a2e653e42dd4858" Type="http://schemas.openxmlformats.org/officeDocument/2006/relationships/slide" Target="slides/slide50.xml"/><Relationship Id="R0b31a0b34d2642c4" Type="http://schemas.openxmlformats.org/officeDocument/2006/relationships/slide" Target="slides/slide54.xml"/><Relationship Id="R0e18687375094f3e" Type="http://schemas.openxmlformats.org/officeDocument/2006/relationships/slide" Target="slides/slide20.xml"/><Relationship Id="R1349eedd1f474595" Type="http://schemas.openxmlformats.org/officeDocument/2006/relationships/presProps" Target="presProps.xml"/><Relationship Id="R14fc548f17b54e1a" Type="http://schemas.openxmlformats.org/officeDocument/2006/relationships/slide" Target="slides/slide58.xml"/><Relationship Id="R1b377e48c562446b" Type="http://schemas.openxmlformats.org/officeDocument/2006/relationships/slide" Target="slides/slide55.xml"/><Relationship Id="R203a6da4a39243e9" Type="http://schemas.openxmlformats.org/officeDocument/2006/relationships/slide" Target="slides/slide16.xml"/><Relationship Id="R23ec7e96579345e8" Type="http://schemas.openxmlformats.org/officeDocument/2006/relationships/slide" Target="slides/slide10.xml"/><Relationship Id="R2561d4e8cea346aa" Type="http://schemas.openxmlformats.org/officeDocument/2006/relationships/slide" Target="slides/slide4.xml"/><Relationship Id="R2a6a4f1fecce4713" Type="http://schemas.openxmlformats.org/officeDocument/2006/relationships/slide" Target="slides/slide56.xml"/><Relationship Id="R2b812f59be3f48fc" Type="http://schemas.openxmlformats.org/officeDocument/2006/relationships/slide" Target="slides/slide12.xml"/><Relationship Id="R34f410e4c7e74bbd" Type="http://schemas.openxmlformats.org/officeDocument/2006/relationships/slide" Target="slides/slide32.xml"/><Relationship Id="R3ef4facb6d5b42e1" Type="http://schemas.openxmlformats.org/officeDocument/2006/relationships/slide" Target="slides/slide6.xml"/><Relationship Id="R3fcba0c40b7449bc" Type="http://schemas.openxmlformats.org/officeDocument/2006/relationships/slide" Target="slides/slide51.xml"/><Relationship Id="R44e5a83d4ccb4bab" Type="http://schemas.openxmlformats.org/officeDocument/2006/relationships/slide" Target="slides/slide48.xml"/><Relationship Id="R4a44b029d1474dbd" Type="http://schemas.openxmlformats.org/officeDocument/2006/relationships/slide" Target="slides/slide23.xml"/><Relationship Id="R4e41412298734a28" Type="http://schemas.openxmlformats.org/officeDocument/2006/relationships/slide" Target="slides/slide9.xml"/><Relationship Id="R51c256474e0b4c35" Type="http://schemas.openxmlformats.org/officeDocument/2006/relationships/slide" Target="slides/slide35.xml"/><Relationship Id="R53abe6087a604140" Type="http://schemas.openxmlformats.org/officeDocument/2006/relationships/slide" Target="slides/slide59.xml"/><Relationship Id="R5943f9945b2d40ef" Type="http://schemas.openxmlformats.org/officeDocument/2006/relationships/slide" Target="slides/slide1.xml"/><Relationship Id="R618089b8de704c23" Type="http://schemas.openxmlformats.org/officeDocument/2006/relationships/slide" Target="slides/slide31.xml"/><Relationship Id="R649b52c46a274415" Type="http://schemas.openxmlformats.org/officeDocument/2006/relationships/slide" Target="slides/slide18.xml"/><Relationship Id="R65a1dd754c4440ad" Type="http://schemas.openxmlformats.org/officeDocument/2006/relationships/slide" Target="slides/slide8.xml"/><Relationship Id="R6c2f885dc29b494f" Type="http://schemas.openxmlformats.org/officeDocument/2006/relationships/slide" Target="slides/slide40.xml"/><Relationship Id="R7a808c70437f4537" Type="http://schemas.openxmlformats.org/officeDocument/2006/relationships/slide" Target="slides/slide24.xml"/><Relationship Id="R7c58256e73034871" Type="http://schemas.openxmlformats.org/officeDocument/2006/relationships/slide" Target="slides/slide45.xml"/><Relationship Id="R81a779df5fda4565" Type="http://schemas.openxmlformats.org/officeDocument/2006/relationships/slide" Target="slides/slide36.xml"/><Relationship Id="R8f73f13d10e74c51" Type="http://schemas.openxmlformats.org/officeDocument/2006/relationships/slide" Target="slides/slide27.xml"/><Relationship Id="R90ee245988a84f84" Type="http://schemas.openxmlformats.org/officeDocument/2006/relationships/slide" Target="slides/slide17.xml"/><Relationship Id="R988dd1e6c0e848f8" Type="http://schemas.openxmlformats.org/officeDocument/2006/relationships/slide" Target="slides/slide2.xml"/><Relationship Id="R9a4d0e7d3aae4892" Type="http://schemas.openxmlformats.org/officeDocument/2006/relationships/slide" Target="slides/slide34.xml"/><Relationship Id="R9f938917f1954e7b" Type="http://schemas.openxmlformats.org/officeDocument/2006/relationships/slide" Target="slides/slide13.xml"/><Relationship Id="Ra4c90e89905b4c11" Type="http://schemas.openxmlformats.org/officeDocument/2006/relationships/viewProps" Target="viewProps.xml"/><Relationship Id="Ra6a652c204b34ae4" Type="http://schemas.openxmlformats.org/officeDocument/2006/relationships/slide" Target="slides/slide7.xml"/><Relationship Id="Raa8f1fedcbae4c7e" Type="http://schemas.openxmlformats.org/officeDocument/2006/relationships/slide" Target="slides/slide25.xml"/><Relationship Id="Rac195e0de7654515" Type="http://schemas.openxmlformats.org/officeDocument/2006/relationships/notesMaster" Target="notesMasters/notesMaster1.xml"/><Relationship Id="Rac7a374064fc452c" Type="http://schemas.openxmlformats.org/officeDocument/2006/relationships/slide" Target="slides/slide44.xml"/><Relationship Id="Rb039a850c1d84a48" Type="http://schemas.openxmlformats.org/officeDocument/2006/relationships/slide" Target="slides/slide57.xml"/><Relationship Id="Rbfe3dae6d6cb4223" Type="http://schemas.openxmlformats.org/officeDocument/2006/relationships/slide" Target="slides/slide14.xml"/><Relationship Id="Rc0cdcb5208cf457b" Type="http://schemas.openxmlformats.org/officeDocument/2006/relationships/theme" Target="theme/theme1.xml"/><Relationship Id="Rc1fce764b9ed42af" Type="http://schemas.openxmlformats.org/officeDocument/2006/relationships/slide" Target="slides/slide11.xml"/><Relationship Id="Rc3286e65dab447e9" Type="http://schemas.openxmlformats.org/officeDocument/2006/relationships/slide" Target="slides/slide37.xml"/><Relationship Id="Rc7f3a5fff7ed4776" Type="http://schemas.openxmlformats.org/officeDocument/2006/relationships/slide" Target="slides/slide38.xml"/><Relationship Id="Rcbddaf4ce4e34bb2" Type="http://schemas.openxmlformats.org/officeDocument/2006/relationships/tableStyles" Target="tableStyles.xml"/><Relationship Id="Rce4a3c79492441a1" Type="http://schemas.openxmlformats.org/officeDocument/2006/relationships/slide" Target="slides/slide22.xml"/><Relationship Id="Rce62c28e959249ec" Type="http://schemas.openxmlformats.org/officeDocument/2006/relationships/slide" Target="slides/slide53.xml"/><Relationship Id="Rcfa4137205a64246" Type="http://schemas.openxmlformats.org/officeDocument/2006/relationships/slide" Target="slides/slide46.xml"/><Relationship Id="Rd0e73c364fa34e96" Type="http://schemas.openxmlformats.org/officeDocument/2006/relationships/slide" Target="slides/slide3.xml"/><Relationship Id="Rd7b39c98a8a2495e" Type="http://schemas.openxmlformats.org/officeDocument/2006/relationships/slide" Target="slides/slide47.xml"/><Relationship Id="Rdf977c9dbc1648f0" Type="http://schemas.openxmlformats.org/officeDocument/2006/relationships/slide" Target="slides/slide33.xml"/><Relationship Id="Re886f8aaebd0431e" Type="http://schemas.openxmlformats.org/officeDocument/2006/relationships/slide" Target="slides/slide19.xml"/><Relationship Id="Re8d92c8dc00d4d3f" Type="http://schemas.openxmlformats.org/officeDocument/2006/relationships/slide" Target="slides/slide28.xml"/><Relationship Id="Rece38ed67ac248e9" Type="http://schemas.openxmlformats.org/officeDocument/2006/relationships/slide" Target="slides/slide49.xml"/><Relationship Id="Reef8065e90bc4043" Type="http://schemas.openxmlformats.org/officeDocument/2006/relationships/slide" Target="slides/slide29.xml"/><Relationship Id="Rf132824087fd4f5c" Type="http://schemas.openxmlformats.org/officeDocument/2006/relationships/slide" Target="slides/slide26.xml"/><Relationship Id="Rf53d2373a91e4842" Type="http://schemas.openxmlformats.org/officeDocument/2006/relationships/slideMaster" Target="slideMasters/slideMaster1.xml"/><Relationship Id="Rf6e7b581020e47d1" Type="http://schemas.openxmlformats.org/officeDocument/2006/relationships/slide" Target="slides/slide21.xml"/><Relationship Id="Rf8058aa977cb4715" Type="http://schemas.openxmlformats.org/officeDocument/2006/relationships/slide" Target="slides/slide43.xml"/><Relationship Id="Rf81e5dfec6434b1d" Type="http://schemas.openxmlformats.org/officeDocument/2006/relationships/slide" Target="slides/slide52.xml"/><Relationship Id="Rffbef44c96c74ea1" Type="http://schemas.openxmlformats.org/officeDocument/2006/relationships/slide" Target="slides/slide3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c0f4702105b8465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a4e37c939c04193" Type="http://schemas.openxmlformats.org/officeDocument/2006/relationships/slide" Target="../slides/slide1.xml"/><Relationship Id="R9027609949fe443a"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5e7489b5ec4949ff" Type="http://schemas.openxmlformats.org/officeDocument/2006/relationships/slide" Target="../slides/slide2.xml"/><Relationship Id="Raf1910e0a1ae4ba0"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434415981364b70" Type="http://schemas.openxmlformats.org/officeDocument/2006/relationships/slide" Target="../slides/slide3.xml"/><Relationship Id="R86e129b610744bf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871c7d977e5841f0" Type="http://schemas.openxmlformats.org/officeDocument/2006/relationships/slide" Target="../slides/slide4.xml"/><Relationship Id="R907312cc4af24ae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366d75d478614cc3" Type="http://schemas.openxmlformats.org/officeDocument/2006/relationships/notesMaster" Target="../notesMasters/notesMaster1.xml"/><Relationship Id="Rec24227ebdd74788"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118d9adc266442d4" Type="http://schemas.openxmlformats.org/officeDocument/2006/relationships/notesMaster" Target="../notesMasters/notesMaster1.xml"/><Relationship Id="R42c1d3a813f14bbb"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25af5a2430af4204" Type="http://schemas.openxmlformats.org/officeDocument/2006/relationships/notesMaster" Target="../notesMasters/notesMaster1.xml"/><Relationship Id="Rb6c3c572fa1c48f4"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8b785109ce4a49f9" Type="http://schemas.openxmlformats.org/officeDocument/2006/relationships/notesMaster" Target="../notesMasters/notesMaster1.xml"/><Relationship Id="R8e70177720a545b5"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5873fe31ced54d67" Type="http://schemas.openxmlformats.org/officeDocument/2006/relationships/notesMaster" Target="../notesMasters/notesMaster1.xml"/><Relationship Id="Ree87f049bc48414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bd225f7e3b3c4e5c" Type="http://schemas.openxmlformats.org/officeDocument/2006/relationships/notesMaster" Target="../notesMasters/notesMaster1.xml"/><Relationship Id="Rd9ce697540cd4075"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14907b68d9b84129" Type="http://schemas.openxmlformats.org/officeDocument/2006/relationships/slide" Target="../slides/slide12.xml"/><Relationship Id="R89e4b210a9df4a4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4dc591988ad946b8" Type="http://schemas.openxmlformats.org/officeDocument/2006/relationships/notesMaster" Target="../notesMasters/notesMaster1.xml"/><Relationship Id="R90fe0dadc44b461e"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15cb268891fd4b2e" Type="http://schemas.openxmlformats.org/officeDocument/2006/relationships/slide" Target="../slides/slide14.xml"/><Relationship Id="Rd990291ca3f9407d"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ae39f13a8be045f9" Type="http://schemas.openxmlformats.org/officeDocument/2006/relationships/slide" Target="../slides/slide16.xml"/><Relationship Id="Re102904d6b7b4cc7"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b28e435c2a894a95" Type="http://schemas.openxmlformats.org/officeDocument/2006/relationships/notesMaster" Target="../notesMasters/notesMaster1.xml"/><Relationship Id="Rd152bba4e577429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4b7cdff3996648bd" Type="http://schemas.openxmlformats.org/officeDocument/2006/relationships/notesMaster" Target="../notesMasters/notesMaster1.xml"/><Relationship Id="Raf4a8e30a4ee4217"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1ceb00997bd42e2" Type="http://schemas.openxmlformats.org/officeDocument/2006/relationships/slide" Target="../slides/slide19.xml"/><Relationship Id="R3a8d0674519d4d97"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8dd4bc8ff42c4133" Type="http://schemas.openxmlformats.org/officeDocument/2006/relationships/slide" Target="../slides/slide20.xml"/><Relationship Id="Ra6c50eca446c441c"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5fb8bf77836848ab" Type="http://schemas.openxmlformats.org/officeDocument/2006/relationships/slide" Target="../slides/slide21.xml"/><Relationship Id="Ra1662ac5972241c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6a009337c1f44976" Type="http://schemas.openxmlformats.org/officeDocument/2006/relationships/slide" Target="../slides/slide22.xml"/><Relationship Id="R8997c7f824fe445e"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108582c70de64d30" Type="http://schemas.openxmlformats.org/officeDocument/2006/relationships/slide" Target="../slides/slide23.xml"/><Relationship Id="R36554f5b680845ee"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569345fcddf740d8" Type="http://schemas.openxmlformats.org/officeDocument/2006/relationships/notesMaster" Target="../notesMasters/notesMaster1.xml"/><Relationship Id="Rdfa012b5c7e7477c"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31e8047b9c934690" Type="http://schemas.openxmlformats.org/officeDocument/2006/relationships/slide" Target="../slides/slide25.xml"/><Relationship Id="Rd5ed1ee0220a49f9"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ec0e5638f3024a7f" Type="http://schemas.openxmlformats.org/officeDocument/2006/relationships/slide" Target="../slides/slide26.xml"/><Relationship Id="Rf9c3ce66bae94c6c"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27f07b1af5cb483f" Type="http://schemas.openxmlformats.org/officeDocument/2006/relationships/notesMaster" Target="../notesMasters/notesMaster1.xml"/><Relationship Id="Re3e41a46e0644dc8"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4e3e486213a44332" Type="http://schemas.openxmlformats.org/officeDocument/2006/relationships/slide" Target="../slides/slide28.xml"/><Relationship Id="Rdda8a9fa50af45c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d715803d996a466e" Type="http://schemas.openxmlformats.org/officeDocument/2006/relationships/notesMaster" Target="../notesMasters/notesMaster1.xml"/><Relationship Id="Rfe7b0bffbbae457e"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3f41154ea1c142d0" Type="http://schemas.openxmlformats.org/officeDocument/2006/relationships/slide" Target="../slides/slide30.xml"/><Relationship Id="Reb739304a65840ea"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214217952abf4e1f" Type="http://schemas.openxmlformats.org/officeDocument/2006/relationships/slide" Target="../slides/slide31.xml"/><Relationship Id="Rda36e1d9e1b6434d"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00bc6f0f03d546e4" Type="http://schemas.openxmlformats.org/officeDocument/2006/relationships/notesMaster" Target="../notesMasters/notesMaster1.xml"/><Relationship Id="Rf75ee04e19f448c0"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1cb6333005044a5f" Type="http://schemas.openxmlformats.org/officeDocument/2006/relationships/slide" Target="../slides/slide33.xml"/><Relationship Id="R4828af801593498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00a0110856484728" Type="http://schemas.openxmlformats.org/officeDocument/2006/relationships/slide" Target="../slides/slide34.xml"/><Relationship Id="R82727f4c70ea47c3"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14113134d9546c4" Type="http://schemas.openxmlformats.org/officeDocument/2006/relationships/slide" Target="../slides/slide35.xml"/><Relationship Id="Re4c3d4b165814a0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2a8866568f134390" Type="http://schemas.openxmlformats.org/officeDocument/2006/relationships/notesMaster" Target="../notesMasters/notesMaster1.xml"/><Relationship Id="Re797f133d8e34dfb"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9f7437ab4d524a1d" Type="http://schemas.openxmlformats.org/officeDocument/2006/relationships/slide" Target="../slides/slide37.xml"/><Relationship Id="Rf8ef0beda634419b"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a39004fe6fd948a1" Type="http://schemas.openxmlformats.org/officeDocument/2006/relationships/slide" Target="../slides/slide38.xml"/><Relationship Id="Rb575e3cf52e346b4"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621c4c073bb64150" Type="http://schemas.openxmlformats.org/officeDocument/2006/relationships/slide" Target="../slides/slide39.xml"/><Relationship Id="R7bde82d9072c4c08"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44bc002f22684070" Type="http://schemas.openxmlformats.org/officeDocument/2006/relationships/slide" Target="../slides/slide40.xml"/><Relationship Id="Rc50e0436690e446d"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a118487fe22b44de" Type="http://schemas.openxmlformats.org/officeDocument/2006/relationships/notesMaster" Target="../notesMasters/notesMaster1.xml"/><Relationship Id="Rd4769e7aa9bf4946"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52c5dc4140d64fcc" Type="http://schemas.openxmlformats.org/officeDocument/2006/relationships/notesMaster" Target="../notesMasters/notesMaster1.xml"/><Relationship Id="Rb81ada1aa3a6424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ac9a1cbbc52f4332" Type="http://schemas.openxmlformats.org/officeDocument/2006/relationships/slide" Target="../slides/slide44.xml"/><Relationship Id="Reefe5db4e51c4ec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25d811df3f2b4391" Type="http://schemas.openxmlformats.org/officeDocument/2006/relationships/slide" Target="../slides/slide45.xml"/><Relationship Id="R3b101fc275f142bc"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2c36c4ca1ca94e38" Type="http://schemas.openxmlformats.org/officeDocument/2006/relationships/notesMaster" Target="../notesMasters/notesMaster1.xml"/><Relationship Id="Racedeaa45d50442d"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0738b51dd029455b" Type="http://schemas.openxmlformats.org/officeDocument/2006/relationships/slide" Target="../slides/slide47.xml"/><Relationship Id="Rc63d6227a1bc4a86"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7544ca0e614d4f3a" Type="http://schemas.openxmlformats.org/officeDocument/2006/relationships/notesMaster" Target="../notesMasters/notesMaster1.xml"/><Relationship Id="R7de78cadff2e463a"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3437873cadbf455e" Type="http://schemas.openxmlformats.org/officeDocument/2006/relationships/slide" Target="../slides/slide49.xml"/><Relationship Id="R80e9977ea6b640c0"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54e706edb05a4948" Type="http://schemas.openxmlformats.org/officeDocument/2006/relationships/notesMaster" Target="../notesMasters/notesMaster1.xml"/><Relationship Id="Ra733d78ef4a84ac7"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094881a9141c49c5" Type="http://schemas.openxmlformats.org/officeDocument/2006/relationships/slide" Target="../slides/slide51.xml"/><Relationship Id="R1bc4850d6e4f408c"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9c09846132364be6" Type="http://schemas.openxmlformats.org/officeDocument/2006/relationships/slide" Target="../slides/slide52.xml"/><Relationship Id="Rbca0456f626a44e9"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26c380a53607407d" Type="http://schemas.openxmlformats.org/officeDocument/2006/relationships/slide" Target="../slides/slide53.xml"/><Relationship Id="Rc7446e4514404dd5"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6ccdc9b8e2124953" Type="http://schemas.openxmlformats.org/officeDocument/2006/relationships/notesMaster" Target="../notesMasters/notesMaster1.xml"/><Relationship Id="Ra35dc9df26974a5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697efdb5b9bd41c3" Type="http://schemas.openxmlformats.org/officeDocument/2006/relationships/notesMaster" Target="../notesMasters/notesMaster1.xml"/><Relationship Id="Rc89078b7af8a413d"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4cdbb55a903b4b76" Type="http://schemas.openxmlformats.org/officeDocument/2006/relationships/notesMaster" Target="../notesMasters/notesMaster1.xml"/><Relationship Id="Ra504307ea0ef40b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41152a836e5f49d2" Type="http://schemas.openxmlformats.org/officeDocument/2006/relationships/notesMaster" Target="../notesMasters/notesMaster1.xml"/><Relationship Id="Rfc61698c88c448d0"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696798b52f054563" Type="http://schemas.openxmlformats.org/officeDocument/2006/relationships/notesMaster" Target="../notesMasters/notesMaster1.xml"/><Relationship Id="Ra92b08bf927343d9"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2b28f9b9ba7d416a" Type="http://schemas.openxmlformats.org/officeDocument/2006/relationships/slide" Target="../slides/slide59.xml"/><Relationship Id="R476cbc32bb02451f"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check (release 5.2.0-rc.6-wizard.5.12): household size is a required mapping and person weights are weight × household size (scripts/population_helpers.R); the auxiliary file needs a year column (R/validation_checks.R). Accepted formats are on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 and the app are required. Pandoc is needed for HTML and Word reports. The app reuses an installed copy, including copies bundled with RStudio or Quarto, or downloads a private copy if needed. Users may preinstall the latest compatible RStudio, Quarto or standalone Pandoc, especially for offline report generation. AI keys are optional; see Part 4. Sources: Start_Here/README.md; R/pandoc_bootstrap.R; https://docs.posit.co/ide/user/ide/guide/documents/quarto-project.html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a:p xmlns:a="http://schemas.openxmlformats.org/drawingml/2006/main">
            <a:r>
              <a:t>
[Sources]
- https://cran.r-project.org/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Start_Here/README.md</a:t>
            </a:r>
          </a:p>
          <a:p xmlns:a="http://schemas.openxmlformats.org/drawingml/2006/main">
            <a:r>
              <a:t>[/Sources]</a:t>
            </a:r>
          </a:p>
          <a:p xmlns:a="http://schemas.openxmlformats.org/drawingml/2006/main"/>
          <a:p xmlns:a="http://schemas.openxmlformats.org/drawingml/2006/main">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wizard Step 3 overview. Source: app_wizard.R indicator and welfare price controls. The current app accepts supplied anchored poverty-line columns. Calculating anchored lines from CPI remains a proposed extension and is labeled accordingly in the worked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3 applies the complete wizard walkthrough to three analyses: poverty headcount using year-specific lines, anchored poverty, and real mean welfare. The CPI route for calculating anchored poverty lines is proposed functionality and is labeled accordingly in the example slides. Visual source: AI-generated abstract data-network background, created with the built-in image-generation tool on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a:p xmlns:a="http://schemas.openxmlformats.org/drawingml/2006/main"/>
          <a:p xmlns:a="http://schemas.openxmlformats.org/drawingml/2006/main">
            <a:r>
              <a:t>At-risk-of-poverty threshold definition: Eurostat Statistics Explained glossary, https://ec.europa.eu/eurostat/statistics-explained/index.php?title=Glossary:At-risk-of-poverty_threshold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(release 5.2.0-rc.6-wizard.5.12): app_wizard.R Step 3 — 'Poverty line source' with 'Column in data' (column chosen in Step 3) or 'Numeric value' (one 'Poverty line &lt;year&gt;' box per analysis year); scripts/population_helpers.R — person weights are weight × household size.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app_wizard.R and the poverty workflow. This example applies the common model, review, readiness and output procedures presented earlier in the complete wizard walkthrough. Numerical illustration: 20% to 18% is a decrease of 2 percentage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Retain the external calculation, anchor year and CPI source with the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2023 and 2024 use income-year CPI values 2022 and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introducing the following complete wizard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These are illustrative direct means, not results from an SAE model. A common factor per income year commutes with calculating the weighted direct mean. 10,920 × 100/106.08 = 10,294.117647. Constant-price growth = (10,294.117647/10,000 − 1) × 100 = 2.941176%. Use previous-calendar-year settings only when the survey documentation supports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Visual source: AI-generated abstract data-network background, created with the built-in image-generation tool, 7 October 2026. Decorative illustration; not a map or analytical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https://platform.claude.com/docs/en/get-api-key (keys live at platform.claude.com/settings/keys).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follow the app's mapping help text (app_wizard.R) and scripts/population_helpers.R (person weight = weight × household size).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19a6b4808bd34e65"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829cffdda724589" Type="http://schemas.openxmlformats.org/officeDocument/2006/relationships/theme" Target="theme/theme2.xml"/><Relationship Id="Ra361a3512b3341d2" Type="http://schemas.openxmlformats.org/officeDocument/2006/relationships/slideLayout" Target="../slideLayouts/slideLayout1.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61a3512b3341d2"/>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5bf5a61276d424d" Type="http://schemas.openxmlformats.org/officeDocument/2006/relationships/image" Target="../media/image4.png"/><Relationship Id="R1c75fd617d4f4f24" Type="http://schemas.openxmlformats.org/officeDocument/2006/relationships/slideLayout" Target="../slideLayouts/slideLayout1.xml"/><Relationship Id="R31962fb635054f44" Type="http://schemas.openxmlformats.org/officeDocument/2006/relationships/notesSlide" Target="../notesSlides/notesSlide1.xml"/><Relationship Id="R3b9a1b518c0443d3" Type="http://schemas.openxmlformats.org/officeDocument/2006/relationships/image" Target="../media/image.jpeg"/><Relationship Id="R6ae433baaf864790" Type="http://schemas.openxmlformats.org/officeDocument/2006/relationships/image" Target="../media/image3.png"/><Relationship Id="Ra617a231e82e45d8" Type="http://schemas.openxmlformats.org/officeDocument/2006/relationships/image" Target="../media/image.png"/><Relationship Id="Rbc9e378c091944d2" Type="http://schemas.openxmlformats.org/officeDocument/2006/relationships/image" Target="../media/image2.png"/></Relationships>
</file>

<file path=ppt/slides/_rels/slide2.xml.rels><?xml version='1.0' encoding='UTF-8' standalone='yes'?>
<Relationships xmlns="http://schemas.openxmlformats.org/package/2006/relationships"><Relationship Id="R233e2a2966a8459f" Type="http://schemas.openxmlformats.org/officeDocument/2006/relationships/notesSlide" Target="../notesSlides/notesSlide2.xml"/><Relationship Id="R76cfd9c2d9864c7a"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02f828cfc3694342" Type="http://schemas.openxmlformats.org/officeDocument/2006/relationships/image" Target="../media/image6.png"/><Relationship Id="R409f95d3cc5b42c4" Type="http://schemas.openxmlformats.org/officeDocument/2006/relationships/image" Target="../media/image5.png"/><Relationship Id="R5a26e89f417b4c6a" Type="http://schemas.openxmlformats.org/officeDocument/2006/relationships/image" Target="../media/image8.png"/><Relationship Id="R6dc09c39883f4e62" Type="http://schemas.openxmlformats.org/officeDocument/2006/relationships/notesSlide" Target="../notesSlides/notesSlide3.xml"/><Relationship Id="R9bb1a242847345a4" Type="http://schemas.openxmlformats.org/officeDocument/2006/relationships/image" Target="../media/image7.png"/><Relationship Id="Ra4f6e0a66e76489f"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7ce34dfcc99f475f" Type="http://schemas.openxmlformats.org/officeDocument/2006/relationships/image" Target="../media/image6.png"/><Relationship Id="Rc23f75fcd9254c4e" Type="http://schemas.openxmlformats.org/officeDocument/2006/relationships/notesSlide" Target="../notesSlides/notesSlide4.xml"/><Relationship Id="Rc4cc6cf1d7d74628" Type="http://schemas.openxmlformats.org/officeDocument/2006/relationships/slideLayout" Target="../slideLayouts/slideLayout1.xml"/><Relationship Id="Rc9d2fd3cd90641b8" Type="http://schemas.openxmlformats.org/officeDocument/2006/relationships/image" Target="../media/image7.png"/><Relationship Id="Rd96f42f5b141421e" Type="http://schemas.openxmlformats.org/officeDocument/2006/relationships/image" Target="../media/image8.png"/></Relationships>
</file>

<file path=ppt/slides/_rels/slide6.xml.rels><?xml version='1.0' encoding='UTF-8' standalone='yes'?>
<Relationships xmlns="http://schemas.openxmlformats.org/package/2006/relationships"><Relationship Id="R587c8e5b9d4d43ca" Type="http://schemas.openxmlformats.org/officeDocument/2006/relationships/image" Target="../media/image8.png"/><Relationship Id="R8584fdd9a89c4744" Type="http://schemas.openxmlformats.org/officeDocument/2006/relationships/slideLayout" Target="../slideLayouts/slideLayout1.xml"/><Relationship Id="Ra835691cf1ee4b9f" Type="http://schemas.openxmlformats.org/officeDocument/2006/relationships/image" Target="../media/image6.png"/><Relationship Id="Rf49a9c69b3e14d66" Type="http://schemas.openxmlformats.org/officeDocument/2006/relationships/image" Target="../media/image7.png"/><Relationship Id="Rf6db1f0ffb564a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36f42d30ccd4450a" Type="http://schemas.openxmlformats.org/officeDocument/2006/relationships/image" Target="../media/image8.png"/><Relationship Id="R46b912dffbb644ce" Type="http://schemas.openxmlformats.org/officeDocument/2006/relationships/notesSlide" Target="../notesSlides/notesSlide7.xml"/><Relationship Id="R4d78e5000afd4a55" Type="http://schemas.openxmlformats.org/officeDocument/2006/relationships/image" Target="../media/image6.png"/><Relationship Id="R58f7409a6f174f98" Type="http://schemas.openxmlformats.org/officeDocument/2006/relationships/slideLayout" Target="../slideLayouts/slideLayout1.xml"/><Relationship Id="R6121300f2b2b40d0" Type="http://schemas.openxmlformats.org/officeDocument/2006/relationships/image" Target="../media/image7.png"/></Relationships>
</file>

<file path=ppt/slides/_rels/slide8.xml.rels><?xml version='1.0' encoding='UTF-8' standalone='yes'?>
<Relationships xmlns="http://schemas.openxmlformats.org/package/2006/relationships"><Relationship Id="Rf35150c2726b4bae" Type="http://schemas.openxmlformats.org/officeDocument/2006/relationships/slideLayout" Target="../slideLayouts/slideLayout1.xml"/><Relationship Id="Rf86e58f1e05c4c4f"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136448b999a44d6" Type="http://schemas.openxmlformats.org/officeDocument/2006/relationships/image" Target="../media/image9.png"/><Relationship Id="R4d673f7a238c4f12" Type="http://schemas.openxmlformats.org/officeDocument/2006/relationships/slideLayout" Target="../slideLayouts/slideLayout1.xml"/><Relationship Id="Rc9b993aa49a7400f"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7e63c70eef0b4d9b" Type="http://schemas.openxmlformats.org/officeDocument/2006/relationships/notesSlide" Target="../notesSlides/notesSlide10.xml"/><Relationship Id="Ra923276a4d674ad6" Type="http://schemas.openxmlformats.org/officeDocument/2006/relationships/slideLayout" Target="../slideLayouts/slideLayout1.xml"/><Relationship Id="Rb07b79eab33c434e" Type="http://schemas.openxmlformats.org/officeDocument/2006/relationships/image" Target="../media/image10.png"/></Relationships>
</file>

<file path=ppt/slides/_rels/slide11.xml.rels><?xml version='1.0' encoding='UTF-8' standalone='yes'?>
<Relationships xmlns="http://schemas.openxmlformats.org/package/2006/relationships"><Relationship Id="R57f6a4c61e5849e5" Type="http://schemas.openxmlformats.org/officeDocument/2006/relationships/image" Target="../media/image12.png"/><Relationship Id="Ra27a27906f674ae2" Type="http://schemas.openxmlformats.org/officeDocument/2006/relationships/image" Target="../media/image13.png"/><Relationship Id="Rbaebce23f13f4416" Type="http://schemas.openxmlformats.org/officeDocument/2006/relationships/image" Target="../media/image14.png"/><Relationship Id="Rc7caf7ea0f31448e" Type="http://schemas.openxmlformats.org/officeDocument/2006/relationships/image" Target="../media/image11.png"/><Relationship Id="Rebc12cb1ecf645ec" Type="http://schemas.openxmlformats.org/officeDocument/2006/relationships/slideLayout" Target="../slideLayouts/slideLayout1.xml"/><Relationship Id="Rf268c4da65c9498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63877fa271444861" Type="http://schemas.openxmlformats.org/officeDocument/2006/relationships/image" Target="../media/image15.png"/><Relationship Id="R8655962bae734ed8" Type="http://schemas.openxmlformats.org/officeDocument/2006/relationships/notesSlide" Target="../notesSlides/notesSlide12.xml"/><Relationship Id="R93259b2a19ba4f1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86071e1910b34ee9" Type="http://schemas.openxmlformats.org/officeDocument/2006/relationships/notesSlide" Target="../notesSlides/notesSlide13.xml"/><Relationship Id="Re017a71b068c41f8"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45f123cec12141e5" Type="http://schemas.openxmlformats.org/officeDocument/2006/relationships/image" Target="../media/image3.png"/><Relationship Id="R85feed04cb6a4a45" Type="http://schemas.openxmlformats.org/officeDocument/2006/relationships/image" Target="../media/image16.png"/><Relationship Id="R978ebcd2b60f4a6a" Type="http://schemas.openxmlformats.org/officeDocument/2006/relationships/slideLayout" Target="../slideLayouts/slideLayout1.xml"/><Relationship Id="Ra415759f1c7647f3" Type="http://schemas.openxmlformats.org/officeDocument/2006/relationships/image" Target="../media/image17.png"/><Relationship Id="Ra929ab4c12ab46fc"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581811692a734950" Type="http://schemas.openxmlformats.org/officeDocument/2006/relationships/image" Target="../media/image10.png"/><Relationship Id="Rc071ff833bcf4b70" Type="http://schemas.openxmlformats.org/officeDocument/2006/relationships/slideLayout" Target="../slideLayouts/slideLayout1.xml"/><Relationship Id="Rf40764a22130479d"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683d7eb1fd204d31" Type="http://schemas.openxmlformats.org/officeDocument/2006/relationships/notesSlide" Target="../notesSlides/notesSlide17.xml"/><Relationship Id="R6cf9a119d0004d9f" Type="http://schemas.openxmlformats.org/officeDocument/2006/relationships/slideLayout" Target="../slideLayouts/slideLayout1.xml"/><Relationship Id="Rf43c8e977de34a0d" Type="http://schemas.openxmlformats.org/officeDocument/2006/relationships/image" Target="../media/image2.jpeg"/></Relationships>
</file>

<file path=ppt/slides/_rels/slide18.xml.rels><?xml version='1.0' encoding='UTF-8' standalone='yes'?>
<Relationships xmlns="http://schemas.openxmlformats.org/package/2006/relationships"><Relationship Id="R1d638d9cf34c49fc" Type="http://schemas.openxmlformats.org/officeDocument/2006/relationships/notesSlide" Target="../notesSlides/notesSlide18.xml"/><Relationship Id="Rcf01b158fd8349ad" Type="http://schemas.openxmlformats.org/officeDocument/2006/relationships/slideLayout" Target="../slideLayouts/slideLayout1.xml"/><Relationship Id="Rfdab742d462e4290" Type="http://schemas.openxmlformats.org/officeDocument/2006/relationships/image" Target="../media/image3.jpeg"/></Relationships>
</file>

<file path=ppt/slides/_rels/slide19.xml.rels><?xml version='1.0' encoding='UTF-8' standalone='yes'?>
<Relationships xmlns="http://schemas.openxmlformats.org/package/2006/relationships"><Relationship Id="R3c9b58692cbc4123" Type="http://schemas.openxmlformats.org/officeDocument/2006/relationships/notesSlide" Target="../notesSlides/notesSlide19.xml"/><Relationship Id="R6335d1f1de8f4ff3" Type="http://schemas.openxmlformats.org/officeDocument/2006/relationships/image" Target="../media/image4.jpeg"/><Relationship Id="R883cd6deb2ab4947" Type="http://schemas.openxmlformats.org/officeDocument/2006/relationships/slideLayout" Target="../slideLayouts/slideLayout1.xml"/><Relationship Id="R95b857ccc79c47b4" Type="http://schemas.openxmlformats.org/officeDocument/2006/relationships/image" Target="../media/image6.jpeg"/><Relationship Id="Rd3c49b4413be4696" Type="http://schemas.openxmlformats.org/officeDocument/2006/relationships/image" Target="../media/image5.jpeg"/></Relationships>
</file>

<file path=ppt/slides/_rels/slide20.xml.rels><?xml version='1.0' encoding='UTF-8' standalone='yes'?>
<Relationships xmlns="http://schemas.openxmlformats.org/package/2006/relationships"><Relationship Id="R285b246bd6564284" Type="http://schemas.openxmlformats.org/officeDocument/2006/relationships/notesSlide" Target="../notesSlides/notesSlide20.xml"/><Relationship Id="R536fc2077f584e50" Type="http://schemas.openxmlformats.org/officeDocument/2006/relationships/slideLayout" Target="../slideLayouts/slideLayout1.xml"/><Relationship Id="R9207ee3727f645b2" Type="http://schemas.openxmlformats.org/officeDocument/2006/relationships/image" Target="../media/image7.jpeg"/></Relationships>
</file>

<file path=ppt/slides/_rels/slide21.xml.rels><?xml version='1.0' encoding='UTF-8' standalone='yes'?>
<Relationships xmlns="http://schemas.openxmlformats.org/package/2006/relationships"><Relationship Id="R3210246e93f14e53" Type="http://schemas.openxmlformats.org/officeDocument/2006/relationships/notesSlide" Target="../notesSlides/notesSlide21.xml"/><Relationship Id="R89ac76eb4e8241c3" Type="http://schemas.openxmlformats.org/officeDocument/2006/relationships/image" Target="../media/image8.jpeg"/><Relationship Id="Ra9fb5d2fd2c0498a"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428b12b0195e492f" Type="http://schemas.openxmlformats.org/officeDocument/2006/relationships/slideLayout" Target="../slideLayouts/slideLayout1.xml"/><Relationship Id="R6ba9c0bec7a14fbe"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2225369ce3814fd5" Type="http://schemas.openxmlformats.org/officeDocument/2006/relationships/notesSlide" Target="../notesSlides/notesSlide23.xml"/><Relationship Id="R396c1faf50064986" Type="http://schemas.openxmlformats.org/officeDocument/2006/relationships/image" Target="../media/image9.jpeg"/><Relationship Id="R42b2c17679ba425e" Type="http://schemas.openxmlformats.org/officeDocument/2006/relationships/image" Target="../media/image15.png"/><Relationship Id="R73ee9fa01b8845b9"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031a132631844ec6" Type="http://schemas.openxmlformats.org/officeDocument/2006/relationships/image" Target="../media/image18.png"/><Relationship Id="Rb346ec74d5a846aa" Type="http://schemas.openxmlformats.org/officeDocument/2006/relationships/notesSlide" Target="../notesSlides/notesSlide24.xml"/><Relationship Id="Re7732d9460aa4114" Type="http://schemas.openxmlformats.org/officeDocument/2006/relationships/slideLayout" Target="../slideLayouts/slideLayout1.xml"/><Relationship Id="Red809063112d4791" Type="http://schemas.openxmlformats.org/officeDocument/2006/relationships/image" Target="../media/image10.jpeg"/></Relationships>
</file>

<file path=ppt/slides/_rels/slide25.xml.rels><?xml version='1.0' encoding='UTF-8' standalone='yes'?>
<Relationships xmlns="http://schemas.openxmlformats.org/package/2006/relationships"><Relationship Id="R0128943efc2c4dee" Type="http://schemas.openxmlformats.org/officeDocument/2006/relationships/notesSlide" Target="../notesSlides/notesSlide25.xml"/><Relationship Id="R256a3bd08d0e4217" Type="http://schemas.openxmlformats.org/officeDocument/2006/relationships/image" Target="../media/image8.png"/><Relationship Id="R3914f2ec373042e6" Type="http://schemas.openxmlformats.org/officeDocument/2006/relationships/image" Target="../media/image6.png"/><Relationship Id="R6ea5643a3c30445c" Type="http://schemas.openxmlformats.org/officeDocument/2006/relationships/image" Target="../media/image7.png"/><Relationship Id="R8ee9fe132de943be"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2329858b2fef4eec" Type="http://schemas.openxmlformats.org/officeDocument/2006/relationships/notesSlide" Target="../notesSlides/notesSlide26.xml"/><Relationship Id="Rdd82eae00991415a"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4cb8c6cdd36d43b3" Type="http://schemas.openxmlformats.org/officeDocument/2006/relationships/notesSlide" Target="../notesSlides/notesSlide27.xml"/><Relationship Id="R539eac43037c4bbb" Type="http://schemas.openxmlformats.org/officeDocument/2006/relationships/image" Target="../media/image20.png"/><Relationship Id="Rb7949b90d33146a2" Type="http://schemas.openxmlformats.org/officeDocument/2006/relationships/image" Target="../media/image19.png"/><Relationship Id="Red47056d01f24e05"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30c44f2eda484f3c" Type="http://schemas.openxmlformats.org/officeDocument/2006/relationships/image" Target="../media/image21.png"/><Relationship Id="R3d6aa0bf8f7d4651" Type="http://schemas.openxmlformats.org/officeDocument/2006/relationships/image" Target="../media/image22.png"/><Relationship Id="R5fc99dec6234494b" Type="http://schemas.openxmlformats.org/officeDocument/2006/relationships/slideLayout" Target="../slideLayouts/slideLayout1.xml"/><Relationship Id="Ra642869ccbd14fbc"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69701cd4183d424a" Type="http://schemas.openxmlformats.org/officeDocument/2006/relationships/notesSlide" Target="../notesSlides/notesSlide29.xml"/><Relationship Id="Rf8e23ad0d9ce4f50"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0e97ec8f861a4529" Type="http://schemas.openxmlformats.org/officeDocument/2006/relationships/image" Target="../media/image23.png"/><Relationship Id="R1cb93ea71595456d" Type="http://schemas.openxmlformats.org/officeDocument/2006/relationships/notesSlide" Target="../notesSlides/notesSlide30.xml"/><Relationship Id="R993524dd07d54498" Type="http://schemas.openxmlformats.org/officeDocument/2006/relationships/slideLayout" Target="../slideLayouts/slideLayout1.xml"/><Relationship Id="Race2f351c9724df9" Type="http://schemas.openxmlformats.org/officeDocument/2006/relationships/image" Target="../media/image18.png"/><Relationship Id="Re457d1e925584ae1" Type="http://schemas.openxmlformats.org/officeDocument/2006/relationships/image" Target="../media/image14.png"/><Relationship Id="Rf35f2b61a3d3476f" Type="http://schemas.openxmlformats.org/officeDocument/2006/relationships/image" Target="../media/image13.png"/></Relationships>
</file>

<file path=ppt/slides/_rels/slide31.xml.rels><?xml version='1.0' encoding='UTF-8' standalone='yes'?>
<Relationships xmlns="http://schemas.openxmlformats.org/package/2006/relationships"><Relationship Id="R31ae5727312f4cdf" Type="http://schemas.openxmlformats.org/officeDocument/2006/relationships/slideLayout" Target="../slideLayouts/slideLayout1.xml"/><Relationship Id="Rb6907d88258944d2" Type="http://schemas.openxmlformats.org/officeDocument/2006/relationships/notesSlide" Target="../notesSlides/notesSlide31.xml"/><Relationship Id="Rbd680a5383bc4a1c" Type="http://schemas.openxmlformats.org/officeDocument/2006/relationships/image" Target="../media/image10.png"/></Relationships>
</file>

<file path=ppt/slides/_rels/slide32.xml.rels><?xml version='1.0' encoding='UTF-8' standalone='yes'?>
<Relationships xmlns="http://schemas.openxmlformats.org/package/2006/relationships"><Relationship Id="R157482cb1b774d8c" Type="http://schemas.openxmlformats.org/officeDocument/2006/relationships/notesSlide" Target="../notesSlides/notesSlide32.xml"/><Relationship Id="Raf8ef9701ff74f68"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42d93cc736844809" Type="http://schemas.openxmlformats.org/officeDocument/2006/relationships/notesSlide" Target="../notesSlides/notesSlide33.xml"/><Relationship Id="R5d75b0f081d84f97"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4530159dc0c14576" Type="http://schemas.openxmlformats.org/officeDocument/2006/relationships/slideLayout" Target="../slideLayouts/slideLayout1.xml"/><Relationship Id="Re249d00c6e35422e"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14cb601a587349d7" Type="http://schemas.openxmlformats.org/officeDocument/2006/relationships/notesSlide" Target="../notesSlides/notesSlide35.xml"/><Relationship Id="Rb10230b5d7314cdc"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052ab5542b06466d" Type="http://schemas.openxmlformats.org/officeDocument/2006/relationships/slideLayout" Target="../slideLayouts/slideLayout1.xml"/><Relationship Id="R68465b65fc364c9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3ccd8acc44c14313" Type="http://schemas.openxmlformats.org/officeDocument/2006/relationships/slideLayout" Target="../slideLayouts/slideLayout1.xml"/><Relationship Id="Rf82f8bfa44154901"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6413102163684ac5" Type="http://schemas.openxmlformats.org/officeDocument/2006/relationships/slideLayout" Target="../slideLayouts/slideLayout1.xml"/><Relationship Id="R7a42060017cd483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8c4a9caace6f43fd" Type="http://schemas.openxmlformats.org/officeDocument/2006/relationships/slideLayout" Target="../slideLayouts/slideLayout1.xml"/><Relationship Id="Rf01469138aad4e11"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6cabaee0550e44da" Type="http://schemas.openxmlformats.org/officeDocument/2006/relationships/slideLayout" Target="../slideLayouts/slideLayout1.xml"/><Relationship Id="Raf8b920c0e914f8a"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16b8144878394fba" Type="http://schemas.openxmlformats.org/officeDocument/2006/relationships/notesSlide" Target="../notesSlides/notesSlide42.xml"/><Relationship Id="R8292a84ad6d94ea8"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7a07aa7b2f1f469a" Type="http://schemas.openxmlformats.org/officeDocument/2006/relationships/slideLayout" Target="../slideLayouts/slideLayout1.xml"/><Relationship Id="Rbba822c7e0a54f9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0c871ef8d3564042" Type="http://schemas.openxmlformats.org/officeDocument/2006/relationships/slideLayout" Target="../slideLayouts/slideLayout1.xml"/><Relationship Id="R6af7681dad9a4f5d"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6323964a4eff4851" Type="http://schemas.openxmlformats.org/officeDocument/2006/relationships/slideLayout" Target="../slideLayouts/slideLayout1.xml"/><Relationship Id="R846b3f02e6124d8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3a664f83ef564d6b" Type="http://schemas.openxmlformats.org/officeDocument/2006/relationships/slideLayout" Target="../slideLayouts/slideLayout1.xml"/><Relationship Id="R3cf8bfa178044dda"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4cc280be84cd43f7" Type="http://schemas.openxmlformats.org/officeDocument/2006/relationships/slideLayout" Target="../slideLayouts/slideLayout1.xml"/><Relationship Id="R4e53c5b6440c46ae"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4c902c942dd54464" Type="http://schemas.openxmlformats.org/officeDocument/2006/relationships/slideLayout" Target="../slideLayouts/slideLayout1.xml"/><Relationship Id="R70c7aa547be6475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0b1f5a6db43143b8" Type="http://schemas.openxmlformats.org/officeDocument/2006/relationships/notesSlide" Target="../notesSlides/notesSlide49.xml"/><Relationship Id="R7d6bba0a955f4a6c"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77e97017266c41a8" Type="http://schemas.openxmlformats.org/officeDocument/2006/relationships/slideLayout" Target="../slideLayouts/slideLayout1.xml"/><Relationship Id="Rb0e2b81475ed427e"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5d6d38886c764472" Type="http://schemas.openxmlformats.org/officeDocument/2006/relationships/notesSlide" Target="../notesSlides/notesSlide51.xml"/><Relationship Id="R8359bb55a78a4a9a"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417329ee37cd42d8" Type="http://schemas.openxmlformats.org/officeDocument/2006/relationships/image" Target="../media/image10.png"/><Relationship Id="R5e7c212e26334fe1" Type="http://schemas.openxmlformats.org/officeDocument/2006/relationships/notesSlide" Target="../notesSlides/notesSlide52.xml"/><Relationship Id="R660d4fcbb53b4595"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03da431599344acc" Type="http://schemas.openxmlformats.org/officeDocument/2006/relationships/image" Target="../media/image25.png"/><Relationship Id="R1bfb7c1130ea4a5c" Type="http://schemas.openxmlformats.org/officeDocument/2006/relationships/slideLayout" Target="../slideLayouts/slideLayout1.xml"/><Relationship Id="R82f90ce473f04010" Type="http://schemas.openxmlformats.org/officeDocument/2006/relationships/image" Target="../media/image6.png"/><Relationship Id="R958ea151e19544d9" Type="http://schemas.openxmlformats.org/officeDocument/2006/relationships/image" Target="../media/image24.png"/><Relationship Id="Rc2530c7bfbb4403f" Type="http://schemas.openxmlformats.org/officeDocument/2006/relationships/notesSlide" Target="../notesSlides/notesSlide53.xml"/><Relationship Id="Rfd3c63ca9e3b4973" Type="http://schemas.openxmlformats.org/officeDocument/2006/relationships/image" Target="../media/image13.png"/></Relationships>
</file>

<file path=ppt/slides/_rels/slide54.xml.rels><?xml version='1.0' encoding='UTF-8' standalone='yes'?>
<Relationships xmlns="http://schemas.openxmlformats.org/package/2006/relationships"><Relationship Id="R818a366339974551" Type="http://schemas.openxmlformats.org/officeDocument/2006/relationships/notesSlide" Target="../notesSlides/notesSlide54.xml"/><Relationship Id="Rbb9df64293d64c66" Type="http://schemas.openxmlformats.org/officeDocument/2006/relationships/image" Target="../media/image4.png"/><Relationship Id="Reebc7578e5b74089"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68f9c15f15a14fe8" Type="http://schemas.openxmlformats.org/officeDocument/2006/relationships/notesSlide" Target="../notesSlides/notesSlide55.xml"/><Relationship Id="R6e767819daca4717" Type="http://schemas.openxmlformats.org/officeDocument/2006/relationships/image" Target="../media/image4.png"/><Relationship Id="Re72cc0a248be497f"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2310895c139a4cff" Type="http://schemas.openxmlformats.org/officeDocument/2006/relationships/image" Target="../media/image25.png"/><Relationship Id="R46f59dc6d33c4cb9" Type="http://schemas.openxmlformats.org/officeDocument/2006/relationships/notesSlide" Target="../notesSlides/notesSlide56.xml"/><Relationship Id="R800616cf3fd84228"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6fd420cc14134ef4" Type="http://schemas.openxmlformats.org/officeDocument/2006/relationships/notesSlide" Target="../notesSlides/notesSlide57.xml"/><Relationship Id="Rc5224e89f8dd41c8"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2679c92892874eef" Type="http://schemas.openxmlformats.org/officeDocument/2006/relationships/image" Target="../media/image22.png"/><Relationship Id="R9194e11780054339" Type="http://schemas.openxmlformats.org/officeDocument/2006/relationships/notesSlide" Target="../notesSlides/notesSlide58.xml"/><Relationship Id="Rf57873c9a6f84528" Type="http://schemas.openxmlformats.org/officeDocument/2006/relationships/slideLayout" Target="../slideLayouts/slideLayout1.xml"/><Relationship Id="Rf922939899b143d3" Type="http://schemas.openxmlformats.org/officeDocument/2006/relationships/image" Target="../media/image26.png"/></Relationships>
</file>

<file path=ppt/slides/_rels/slide59.xml.rels><?xml version='1.0' encoding='UTF-8' standalone='yes'?>
<Relationships xmlns="http://schemas.openxmlformats.org/package/2006/relationships"><Relationship Id="R58bd19afa95a429d" Type="http://schemas.openxmlformats.org/officeDocument/2006/relationships/notesSlide" Target="../notesSlides/notesSlide59.xml"/><Relationship Id="R92f1df24227143c4" Type="http://schemas.openxmlformats.org/officeDocument/2006/relationships/image" Target="../media/image28.png"/><Relationship Id="Raf2513a047c945d4" Type="http://schemas.openxmlformats.org/officeDocument/2006/relationships/slideLayout" Target="../slideLayouts/slideLayout1.xml"/><Relationship Id="Reaa43e0eeea9462b" Type="http://schemas.openxmlformats.org/officeDocument/2006/relationships/image" Target="../media/image.png"/><Relationship Id="Red87f2aa56d94625" Type="http://schemas.openxmlformats.org/officeDocument/2006/relationships/image" Target="../media/image4.png"/><Relationship Id="Rfb13d5e60bd34a15" Type="http://schemas.openxmlformats.org/officeDocument/2006/relationships/image" Target="../media/image2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a617a231e82e45d8">
            <a:lum/>
          </a:blip>
          <a:srcRect l="0" t="0" r="0" b="0"/>
          <a:stretch>
            <a:fillRect l="0" t="0" r="0" b="0"/>
          </a:stretch>
        </a:blipFill>
      </p:bgPr>
    </p:bg>
    <p:spTree>
      <p:nvGrpSpPr>
        <p:cNvPr id="1" name=""/>
        <p:cNvGrpSpPr/>
        <p:nvPr/>
      </p:nvGrpSpPr>
      <p:grpSpPr>
        <a:xfrm xmlns:a="http://schemas.openxmlformats.org/drawingml/2006/main"/>
      </p:grpSpPr>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3b9a1b518c0443d3"/>
          <a:stretch xmlns:a="http://schemas.openxmlformats.org/drawingml/2006/main">
            <a:fillRect l="0" t="0" r="0" b="0"/>
          </a:stretch>
        </p:blipFill>
        <p:spPr>
          <a:xfrm xmlns:a="http://schemas.openxmlformats.org/drawingml/2006/main">
            <a:off x="5394960" y="1159001"/>
            <a:ext cx="3291840" cy="2180844"/>
          </a:xfrm>
          <a:prstGeom xmlns:a="http://schemas.openxmlformats.org/drawingml/2006/main" prst="rect">
            <a:avLst/>
          </a:prstGeom>
          <a:ln xmlns:a="http://schemas.openxmlformats.org/drawingml/2006/main" w="9525">
            <a:solidFill>
              <a:srgbClr val="3F6FA8"/>
            </a:solidFill>
          </a:ln>
        </p:spPr>
      </p:pic>
      <p:sp>
        <p:nvSpPr>
          <p:cNvPr id="30" name="Image credit">
            <a:extLst xmlns:a="http://schemas.openxmlformats.org/drawingml/2006/main">
              <a:ext uri="{FF2B5EF4-FFF2-40B4-BE49-F238E27FC236}">
                <a16:creationId xmlns:a16="http://schemas.microsoft.com/office/drawing/2014/main" id="{794CBBC1-0FAC-4F6D-935F-5A7639230D3C}"/>
              </a:ext>
            </a:extLst>
          </p:cNvPr>
          <p:cNvSpPr>
            <a:spLocks xmlns:a="http://schemas.openxmlformats.org/drawingml/2006/main" noGrp="1"/>
          </p:cNvSpPr>
          <p:nvPr/>
        </p:nvSpPr>
        <p:spPr>
          <a:xfrm xmlns:a="http://schemas.openxmlformats.org/drawingml/2006/main">
            <a:off x="5394960" y="3399845"/>
            <a:ext cx="3291840" cy="260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algn="ctr">
              <a:buNone/>
            </a:pPr>
            <a:r>
              <a:rPr sz="700">
                <a:solidFill>
                  <a:srgbClr val="CADCFC"/>
                </a:solidFill>
                <a:latin typeface="Calibri"/>
                <a:ea typeface="Calibri"/>
                <a:cs typeface="Calibri"/>
              </a:rPr>
              <a:t>Front page of the EU SAE app (wizard and dashboard)</a:t>
            </a:r>
          </a:p>
        </p:txBody>
      </p:sp>
      <p:sp>
        <p:nvSpPr>
          <p:cNvPr id="3" name="Text 0">
            <a:extLst xmlns:a="http://schemas.openxmlformats.org/drawingml/2006/main">
              <a:ext uri="{FF2B5EF4-FFF2-40B4-BE49-F238E27FC236}">
                <a16:creationId xmlns:a16="http://schemas.microsoft.com/office/drawing/2014/main" id="{FC5EDAED-E55E-4987-8EC5-055E7E8EFE61}"/>
              </a:ext>
            </a:extLst>
          </p:cNvPr>
          <p:cNvSpPr>
            <a:spLocks xmlns:a="http://schemas.openxmlformats.org/drawingml/2006/main" noGrp="1"/>
          </p:cNvSpPr>
          <p:nvPr/>
        </p:nvSpPr>
        <p:spPr>
          <a:xfrm xmlns:a="http://schemas.openxmlformats.org/drawingml/2006/main">
            <a:off x="502920" y="50292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800">
                <a:solidFill>
                  <a:srgbClr val="6AA7D9"/>
                </a:solidFill>
                <a:latin typeface="Calibri"/>
                <a:ea typeface="Calibri"/>
                <a:cs typeface="Calibri"/>
              </a:rPr>
              <a:t>EU SAE WIZARD &amp; DASHBOARD  ·  2026</a:t>
            </a:r>
          </a:p>
        </p:txBody>
      </p:sp>
      <p:sp>
        <p:nvSpPr>
          <p:cNvPr id="4" name="Shape 1">
            <a:extLst xmlns:a="http://schemas.openxmlformats.org/drawingml/2006/main">
              <a:ext uri="{FF2B5EF4-FFF2-40B4-BE49-F238E27FC236}">
                <a16:creationId xmlns:a16="http://schemas.microsoft.com/office/drawing/2014/main" id="{F2489EA0-7104-486C-8FE8-57566E03135B}"/>
              </a:ext>
            </a:extLst>
          </p:cNvPr>
          <p:cNvSpPr>
            <a:spLocks xmlns:a="http://schemas.openxmlformats.org/drawingml/2006/main" noGrp="1"/>
          </p:cNvSpPr>
          <p:nvPr/>
        </p:nvSpPr>
        <p:spPr>
          <a:xfrm xmlns:a="http://schemas.openxmlformats.org/drawingml/2006/main">
            <a:off x="502920" y="8686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9382F2E8-D878-4847-9869-E789C0D1951C}"/>
              </a:ext>
            </a:extLst>
          </p:cNvPr>
          <p:cNvSpPr>
            <a:spLocks xmlns:a="http://schemas.openxmlformats.org/drawingml/2006/main" noGrp="1"/>
          </p:cNvSpPr>
          <p:nvPr/>
        </p:nvSpPr>
        <p:spPr>
          <a:xfrm xmlns:a="http://schemas.openxmlformats.org/drawingml/2006/main">
            <a:off x="502920" y="105156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A Practical Guide</a:t>
            </a:r>
          </a:p>
        </p:txBody>
      </p:sp>
      <p:sp>
        <p:nvSpPr>
          <p:cNvPr id="6" name="Text 3">
            <a:extLst xmlns:a="http://schemas.openxmlformats.org/drawingml/2006/main">
              <a:ext uri="{FF2B5EF4-FFF2-40B4-BE49-F238E27FC236}">
                <a16:creationId xmlns:a16="http://schemas.microsoft.com/office/drawing/2014/main" id="{3B055517-94D6-4A9F-BC44-CA44CF76393D}"/>
              </a:ext>
            </a:extLst>
          </p:cNvPr>
          <p:cNvSpPr>
            <a:spLocks xmlns:a="http://schemas.openxmlformats.org/drawingml/2006/main" noGrp="1"/>
          </p:cNvSpPr>
          <p:nvPr/>
        </p:nvSpPr>
        <p:spPr>
          <a:xfrm xmlns:a="http://schemas.openxmlformats.org/drawingml/2006/main">
            <a:off x="502920" y="1783080"/>
            <a:ext cx="48463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FFFFFF"/>
                </a:solidFill>
                <a:latin typeface="Calibri"/>
                <a:ea typeface="Calibri"/>
                <a:cs typeface="Calibri"/>
              </a:rPr>
              <a:t>to EU_SAE_application_package</a:t>
            </a:r>
          </a:p>
        </p:txBody>
      </p:sp>
      <p:sp>
        <p:nvSpPr>
          <p:cNvPr id="7" name="Text 4">
            <a:extLst xmlns:a="http://schemas.openxmlformats.org/drawingml/2006/main">
              <a:ext uri="{FF2B5EF4-FFF2-40B4-BE49-F238E27FC236}">
                <a16:creationId xmlns:a16="http://schemas.microsoft.com/office/drawing/2014/main" id="{7EF86112-5FDD-4DE9-9B52-DF6D892E665B}"/>
              </a:ext>
            </a:extLst>
          </p:cNvPr>
          <p:cNvSpPr>
            <a:spLocks xmlns:a="http://schemas.openxmlformats.org/drawingml/2006/main" noGrp="1"/>
          </p:cNvSpPr>
          <p:nvPr/>
        </p:nvSpPr>
        <p:spPr>
          <a:xfrm xmlns:a="http://schemas.openxmlformats.org/drawingml/2006/main">
            <a:off x="502920" y="2606040"/>
            <a:ext cx="48463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bc9e378c091944d2"/>
          <a:stretch xmlns:a="http://schemas.openxmlformats.org/drawingml/2006/main">
            <a:fillRect l="0" t="0" r="0" b="0"/>
          </a:stretch>
        </p:blipFill>
        <p:spPr>
          <a:xfrm xmlns:a="http://schemas.openxmlformats.org/drawingml/2006/main">
            <a:off x="502920" y="3593592"/>
            <a:ext cx="237744" cy="23774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FF0D4F19-4827-4609-B717-7C644F83F19D}"/>
              </a:ext>
            </a:extLst>
          </p:cNvPr>
          <p:cNvSpPr>
            <a:spLocks xmlns:a="http://schemas.openxmlformats.org/drawingml/2006/main" noGrp="1"/>
          </p:cNvSpPr>
          <p:nvPr/>
        </p:nvSpPr>
        <p:spPr>
          <a:xfrm xmlns:a="http://schemas.openxmlformats.org/drawingml/2006/main">
            <a:off x="868680" y="3520440"/>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Download 5.2.0-rc.6 from GitHub Releases</a:t>
            </a: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6ae433baaf864790"/>
          <a:stretch xmlns:a="http://schemas.openxmlformats.org/drawingml/2006/main">
            <a:fillRect l="0" t="0" r="0" b="0"/>
          </a:stretch>
        </p:blipFill>
        <p:spPr>
          <a:xfrm xmlns:a="http://schemas.openxmlformats.org/drawingml/2006/main">
            <a:off x="502920" y="4087368"/>
            <a:ext cx="237744" cy="237744"/>
          </a:xfrm>
          <a:prstGeom xmlns:a="http://schemas.openxmlformats.org/drawingml/2006/main" prst="rect">
            <a:avLst/>
          </a:prstGeom>
        </p:spPr>
      </p:pic>
      <p:sp>
        <p:nvSpPr>
          <p:cNvPr id="11" name="Text 6">
            <a:extLst xmlns:a="http://schemas.openxmlformats.org/drawingml/2006/main">
              <a:ext uri="{FF2B5EF4-FFF2-40B4-BE49-F238E27FC236}">
                <a16:creationId xmlns:a16="http://schemas.microsoft.com/office/drawing/2014/main" id="{1C2B6A48-F63A-48BB-9669-71A89C9BE82C}"/>
              </a:ext>
            </a:extLst>
          </p:cNvPr>
          <p:cNvSpPr>
            <a:spLocks xmlns:a="http://schemas.openxmlformats.org/drawingml/2006/main" noGrp="1"/>
          </p:cNvSpPr>
          <p:nvPr/>
        </p:nvSpPr>
        <p:spPr>
          <a:xfrm xmlns:a="http://schemas.openxmlformats.org/drawingml/2006/main">
            <a:off x="868680" y="401421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Open Start_Here to choose a launcher</a:t>
            </a:r>
          </a:p>
        </p:txBody>
      </p:sp>
      <p:pic>
        <p:nvPicPr>
          <p:cNvPr id="46" name="Image 3"/>
          <p:cNvPicPr>
            <a:picLocks xmlns:a="http://schemas.openxmlformats.org/drawingml/2006/main" noChangeAspect="1"/>
          </p:cNvPicPr>
          <p:nvPr/>
        </p:nvPicPr>
        <p:blipFill>
          <a:blip xmlns:r="http://schemas.openxmlformats.org/officeDocument/2006/relationships" xmlns:a="http://schemas.openxmlformats.org/drawingml/2006/main" r:embed="R15bf5a61276d424d"/>
          <a:stretch xmlns:a="http://schemas.openxmlformats.org/drawingml/2006/main">
            <a:fillRect l="0" t="0" r="0" b="0"/>
          </a:stretch>
        </p:blipFill>
        <p:spPr>
          <a:xfrm xmlns:a="http://schemas.openxmlformats.org/drawingml/2006/main">
            <a:off x="502920" y="4581144"/>
            <a:ext cx="237744" cy="237744"/>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709F205-EF34-43EE-84AB-285FE13ADC56}"/>
              </a:ext>
            </a:extLst>
          </p:cNvPr>
          <p:cNvSpPr>
            <a:spLocks xmlns:a="http://schemas.openxmlformats.org/drawingml/2006/main" noGrp="1"/>
          </p:cNvSpPr>
          <p:nvPr/>
        </p:nvSpPr>
        <p:spPr>
          <a:xfrm xmlns:a="http://schemas.openxmlformats.org/drawingml/2006/main">
            <a:off x="868680" y="4507992"/>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Optional: AI with Claude or ChatGPT</a:t>
            </a:r>
          </a:p>
        </p:txBody>
      </p:sp>
      <p:sp>
        <p:nvSpPr>
          <p:cNvPr id="14" name="Text 8">
            <a:extLst xmlns:a="http://schemas.openxmlformats.org/drawingml/2006/main">
              <a:ext uri="{FF2B5EF4-FFF2-40B4-BE49-F238E27FC236}">
                <a16:creationId xmlns:a16="http://schemas.microsoft.com/office/drawing/2014/main" id="{4B7F688B-D5CE-4E62-8307-1FB4A4CF2720}"/>
              </a:ext>
            </a:extLst>
          </p:cNvPr>
          <p:cNvSpPr>
            <a:spLocks xmlns:a="http://schemas.openxmlformats.org/drawingml/2006/main" noGrp="1"/>
          </p:cNvSpPr>
          <p:nvPr/>
        </p:nvSpPr>
        <p:spPr>
          <a:xfrm xmlns:a="http://schemas.openxmlformats.org/drawingml/2006/main">
            <a:off x="502920" y="4837176"/>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sld>
</file>

<file path=ppt/slides/slide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6316A03-60C4-4059-B024-EB32A06A37CD}"/>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ADC53D1A-1D95-496E-99D5-089370415F3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43285DCB-4CD9-4519-B068-3A9445C6ECA4}"/>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CBCE46B-974D-4D49-9BBF-4140C81754D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3B0092A-561B-4713-9C00-18EABCCFF3E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 / 59</a:t>
            </a:r>
          </a:p>
        </p:txBody>
      </p:sp>
      <p:sp>
        <p:nvSpPr>
          <p:cNvPr id="8" name="Section">
            <a:extLst xmlns:a="http://schemas.openxmlformats.org/drawingml/2006/main">
              <a:ext uri="{FF2B5EF4-FFF2-40B4-BE49-F238E27FC236}">
                <a16:creationId xmlns:a16="http://schemas.microsoft.com/office/drawing/2014/main" id="{A32164A4-769E-4455-A151-97AE34148AFC}"/>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xmlns:a="http://schemas.openxmlformats.org/drawingml/2006/main">
              <a:ext uri="{FF2B5EF4-FFF2-40B4-BE49-F238E27FC236}">
                <a16:creationId xmlns:a16="http://schemas.microsoft.com/office/drawing/2014/main" id="{74397501-25C0-4B87-9892-9864927E6840}"/>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xmlns:a="http://schemas.openxmlformats.org/drawingml/2006/main">
              <a:ext uri="{FF2B5EF4-FFF2-40B4-BE49-F238E27FC236}">
                <a16:creationId xmlns:a16="http://schemas.microsoft.com/office/drawing/2014/main" id="{03EE4D5E-D8D0-469D-A6EC-91D666397CA4}"/>
              </a:ext>
            </a:extLst>
          </p:cNvPr>
          <p:cNvSpPr>
            <a:spLocks xmlns:a="http://schemas.openxmlformats.org/drawingml/2006/main" noGrp="1"/>
          </p:cNvSpPr>
          <p:nvPr/>
        </p:nvSpPr>
        <p:spPr>
          <a:xfrm xmlns:a="http://schemas.openxmlformats.org/drawingml/2006/main">
            <a:off x="504825" y="1314450"/>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xmlns:a="http://schemas.openxmlformats.org/drawingml/2006/main">
              <a:ext uri="{FF2B5EF4-FFF2-40B4-BE49-F238E27FC236}">
                <a16:creationId xmlns:a16="http://schemas.microsoft.com/office/drawing/2014/main" id="{1D73DEAB-437F-4D46-97DC-E8818F9CC984}"/>
              </a:ext>
            </a:extLst>
          </p:cNvPr>
          <p:cNvSpPr>
            <a:spLocks xmlns:a="http://schemas.openxmlformats.org/drawingml/2006/main" noGrp="1"/>
          </p:cNvSpPr>
          <p:nvPr/>
        </p:nvSpPr>
        <p:spPr>
          <a:xfrm xmlns:a="http://schemas.openxmlformats.org/drawingml/2006/main">
            <a:off x="504825" y="18954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xmlns:a="http://schemas.openxmlformats.org/drawingml/2006/main">
              <a:ext uri="{FF2B5EF4-FFF2-40B4-BE49-F238E27FC236}">
                <a16:creationId xmlns:a16="http://schemas.microsoft.com/office/drawing/2014/main" id="{3C915931-22E6-48E3-AA08-15C4F817DB30}"/>
              </a:ext>
            </a:extLst>
          </p:cNvPr>
          <p:cNvSpPr>
            <a:spLocks xmlns:a="http://schemas.openxmlformats.org/drawingml/2006/main" noGrp="1"/>
          </p:cNvSpPr>
          <p:nvPr/>
        </p:nvSpPr>
        <p:spPr>
          <a:xfrm xmlns:a="http://schemas.openxmlformats.org/drawingml/2006/main">
            <a:off x="2933700" y="18954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xmlns:a="http://schemas.openxmlformats.org/drawingml/2006/main">
              <a:ext uri="{FF2B5EF4-FFF2-40B4-BE49-F238E27FC236}">
                <a16:creationId xmlns:a16="http://schemas.microsoft.com/office/drawing/2014/main" id="{E83ED3BC-A298-4404-8706-1E4B446822AE}"/>
              </a:ext>
            </a:extLst>
          </p:cNvPr>
          <p:cNvSpPr>
            <a:spLocks xmlns:a="http://schemas.openxmlformats.org/drawingml/2006/main" noGrp="1"/>
          </p:cNvSpPr>
          <p:nvPr/>
        </p:nvSpPr>
        <p:spPr>
          <a:xfrm xmlns:a="http://schemas.openxmlformats.org/drawingml/2006/main">
            <a:off x="504825" y="25622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xmlns:a="http://schemas.openxmlformats.org/drawingml/2006/main">
              <a:ext uri="{FF2B5EF4-FFF2-40B4-BE49-F238E27FC236}">
                <a16:creationId xmlns:a16="http://schemas.microsoft.com/office/drawing/2014/main" id="{6B17AA1E-2B50-45EF-98A6-0B08559799CE}"/>
              </a:ext>
            </a:extLst>
          </p:cNvPr>
          <p:cNvSpPr>
            <a:spLocks xmlns:a="http://schemas.openxmlformats.org/drawingml/2006/main" noGrp="1"/>
          </p:cNvSpPr>
          <p:nvPr/>
        </p:nvSpPr>
        <p:spPr>
          <a:xfrm xmlns:a="http://schemas.openxmlformats.org/drawingml/2006/main">
            <a:off x="2933700" y="25622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xmlns:a="http://schemas.openxmlformats.org/drawingml/2006/main">
              <a:ext uri="{FF2B5EF4-FFF2-40B4-BE49-F238E27FC236}">
                <a16:creationId xmlns:a16="http://schemas.microsoft.com/office/drawing/2014/main" id="{0EDF3E5C-2FE2-46C2-8265-FA0B42BBC218}"/>
              </a:ext>
            </a:extLst>
          </p:cNvPr>
          <p:cNvSpPr>
            <a:spLocks xmlns:a="http://schemas.openxmlformats.org/drawingml/2006/main" noGrp="1"/>
          </p:cNvSpPr>
          <p:nvPr/>
        </p:nvSpPr>
        <p:spPr>
          <a:xfrm xmlns:a="http://schemas.openxmlformats.org/drawingml/2006/main">
            <a:off x="504825" y="322897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xmlns:a="http://schemas.openxmlformats.org/drawingml/2006/main">
              <a:ext uri="{FF2B5EF4-FFF2-40B4-BE49-F238E27FC236}">
                <a16:creationId xmlns:a16="http://schemas.microsoft.com/office/drawing/2014/main" id="{4BCFA8A3-B25E-4285-A2B5-9E094BD05792}"/>
              </a:ext>
            </a:extLst>
          </p:cNvPr>
          <p:cNvSpPr>
            <a:spLocks xmlns:a="http://schemas.openxmlformats.org/drawingml/2006/main" noGrp="1"/>
          </p:cNvSpPr>
          <p:nvPr/>
        </p:nvSpPr>
        <p:spPr>
          <a:xfrm xmlns:a="http://schemas.openxmlformats.org/drawingml/2006/main">
            <a:off x="2933700" y="32289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xmlns:a="http://schemas.openxmlformats.org/drawingml/2006/main">
              <a:ext uri="{FF2B5EF4-FFF2-40B4-BE49-F238E27FC236}">
                <a16:creationId xmlns:a16="http://schemas.microsoft.com/office/drawing/2014/main" id="{20AC6871-F438-4D27-8A16-D78F2F3DA0BC}"/>
              </a:ext>
            </a:extLst>
          </p:cNvPr>
          <p:cNvSpPr>
            <a:spLocks xmlns:a="http://schemas.openxmlformats.org/drawingml/2006/main" noGrp="1"/>
          </p:cNvSpPr>
          <p:nvPr/>
        </p:nvSpPr>
        <p:spPr>
          <a:xfrm xmlns:a="http://schemas.openxmlformats.org/drawingml/2006/main">
            <a:off x="504825" y="38957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xmlns:a="http://schemas.openxmlformats.org/drawingml/2006/main">
              <a:ext uri="{FF2B5EF4-FFF2-40B4-BE49-F238E27FC236}">
                <a16:creationId xmlns:a16="http://schemas.microsoft.com/office/drawing/2014/main" id="{6AB27027-D2C0-40C0-9C0B-4810E4A47AF1}"/>
              </a:ext>
            </a:extLst>
          </p:cNvPr>
          <p:cNvSpPr>
            <a:spLocks xmlns:a="http://schemas.openxmlformats.org/drawingml/2006/main" noGrp="1"/>
          </p:cNvSpPr>
          <p:nvPr/>
        </p:nvSpPr>
        <p:spPr>
          <a:xfrm xmlns:a="http://schemas.openxmlformats.org/drawingml/2006/main">
            <a:off x="2933700" y="389572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sld>
</file>

<file path=ppt/slides/slide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FE362FD-39DB-4A0E-8700-2B7CBD1F1E8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A427ABC-7ADB-4253-A68E-489492CD87B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4737AD-55D6-46A6-873C-68C97121173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
        <p:nvSpPr>
          <p:cNvPr id="5" name="Shape 3">
            <a:extLst xmlns:a="http://schemas.openxmlformats.org/drawingml/2006/main">
              <a:ext uri="{FF2B5EF4-FFF2-40B4-BE49-F238E27FC236}">
                <a16:creationId xmlns:a16="http://schemas.microsoft.com/office/drawing/2014/main" id="{41B668CD-C353-4EC2-9933-88D2B0CEEAE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FCDA131-7DEB-4EC1-945C-F4656548C2B4}"/>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FB3A1F8-A7A3-4447-A78F-3DC1173245E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 / 59</a:t>
            </a:r>
          </a:p>
        </p:txBody>
      </p:sp>
      <p:sp>
        <p:nvSpPr>
          <p:cNvPr id="8" name="Text 6">
            <a:extLst xmlns:a="http://schemas.openxmlformats.org/drawingml/2006/main">
              <a:ext uri="{FF2B5EF4-FFF2-40B4-BE49-F238E27FC236}">
                <a16:creationId xmlns:a16="http://schemas.microsoft.com/office/drawing/2014/main" id="{F69E1DFC-E750-45ED-940B-A8464BACDFF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is the EU SAE application?</a:t>
            </a:r>
          </a:p>
        </p:txBody>
      </p:sp>
      <p:sp>
        <p:nvSpPr>
          <p:cNvPr id="9" name="Text 7">
            <a:extLst xmlns:a="http://schemas.openxmlformats.org/drawingml/2006/main">
              <a:ext uri="{FF2B5EF4-FFF2-40B4-BE49-F238E27FC236}">
                <a16:creationId xmlns:a16="http://schemas.microsoft.com/office/drawing/2014/main" id="{17965967-F1E7-4DB7-8D90-BDC7CF0C44AA}"/>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xmlns:a="http://schemas.openxmlformats.org/drawingml/2006/main">
              <a:ext uri="{FF2B5EF4-FFF2-40B4-BE49-F238E27FC236}">
                <a16:creationId xmlns:a16="http://schemas.microsoft.com/office/drawing/2014/main" id="{6FAEE36F-8D8F-4D6E-8199-487DE5B76F3D}"/>
              </a:ext>
            </a:extLst>
          </p:cNvPr>
          <p:cNvSpPr>
            <a:spLocks xmlns:a="http://schemas.openxmlformats.org/drawingml/2006/main" noGrp="1"/>
          </p:cNvSpPr>
          <p:nvPr/>
        </p:nvSpPr>
        <p:spPr>
          <a:xfrm xmlns:a="http://schemas.openxmlformats.org/drawingml/2006/main">
            <a:off x="502920" y="1828800"/>
            <a:ext cx="4389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6AA7D9"/>
                </a:solidFill>
                <a:latin typeface="Calibri"/>
                <a:ea typeface="Calibri"/>
                <a:cs typeface="Calibri"/>
              </a:rPr>
              <a:t>Two entry points</a:t>
            </a:r>
          </a:p>
        </p:txBody>
      </p:sp>
      <p:sp>
        <p:nvSpPr>
          <p:cNvPr id="11" name="Text 9">
            <a:extLst xmlns:a="http://schemas.openxmlformats.org/drawingml/2006/main">
              <a:ext uri="{FF2B5EF4-FFF2-40B4-BE49-F238E27FC236}">
                <a16:creationId xmlns:a16="http://schemas.microsoft.com/office/drawing/2014/main" id="{87E1AE7D-CD1C-4FAA-88E6-2E0766B604E7}"/>
              </a:ext>
            </a:extLst>
          </p:cNvPr>
          <p:cNvSpPr>
            <a:spLocks xmlns:a="http://schemas.openxmlformats.org/drawingml/2006/main" noGrp="1"/>
          </p:cNvSpPr>
          <p:nvPr/>
        </p:nvSpPr>
        <p:spPr>
          <a:xfrm xmlns:a="http://schemas.openxmlformats.org/drawingml/2006/main">
            <a:off x="502920" y="2194560"/>
            <a:ext cx="438912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xmlns:a="http://schemas.openxmlformats.org/drawingml/2006/main">
              <a:ext uri="{FF2B5EF4-FFF2-40B4-BE49-F238E27FC236}">
                <a16:creationId xmlns:a16="http://schemas.microsoft.com/office/drawing/2014/main" id="{2837F6A1-20A9-4CEE-B94C-9CEDDB91D668}"/>
              </a:ext>
            </a:extLst>
          </p:cNvPr>
          <p:cNvSpPr>
            <a:spLocks xmlns:a="http://schemas.openxmlformats.org/drawingml/2006/main" noGrp="1"/>
          </p:cNvSpPr>
          <p:nvPr/>
        </p:nvSpPr>
        <p:spPr>
          <a:xfrm xmlns:a="http://schemas.openxmlformats.org/drawingml/2006/main">
            <a:off x="502920" y="3794760"/>
            <a:ext cx="43891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1429AEFA-B93D-49EB-88D3-42001AE80646}"/>
              </a:ext>
            </a:extLst>
          </p:cNvPr>
          <p:cNvSpPr>
            <a:spLocks xmlns:a="http://schemas.openxmlformats.org/drawingml/2006/main" noGrp="1"/>
          </p:cNvSpPr>
          <p:nvPr/>
        </p:nvSpPr>
        <p:spPr>
          <a:xfrm xmlns:a="http://schemas.openxmlformats.org/drawingml/2006/main">
            <a:off x="502920" y="3794760"/>
            <a:ext cx="54864" cy="45720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D59BB261-96F9-4377-8512-004E159E152A}"/>
              </a:ext>
            </a:extLst>
          </p:cNvPr>
          <p:cNvSpPr>
            <a:spLocks xmlns:a="http://schemas.openxmlformats.org/drawingml/2006/main" noGrp="1"/>
          </p:cNvSpPr>
          <p:nvPr/>
        </p:nvSpPr>
        <p:spPr>
          <a:xfrm xmlns:a="http://schemas.openxmlformats.org/drawingml/2006/main">
            <a:off x="667512" y="3794760"/>
            <a:ext cx="413308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Launchers for every system: Start_Here/</a:t>
            </a:r>
          </a:p>
        </p:txBody>
      </p:sp>
      <p:sp>
        <p:nvSpPr>
          <p:cNvPr id="15" name="Shape 13">
            <a:extLst xmlns:a="http://schemas.openxmlformats.org/drawingml/2006/main">
              <a:ext uri="{FF2B5EF4-FFF2-40B4-BE49-F238E27FC236}">
                <a16:creationId xmlns:a16="http://schemas.microsoft.com/office/drawing/2014/main" id="{7AC69347-66CA-4081-A182-445387695BDF}"/>
              </a:ext>
            </a:extLst>
          </p:cNvPr>
          <p:cNvSpPr>
            <a:spLocks xmlns:a="http://schemas.openxmlformats.org/drawingml/2006/main" noGrp="1"/>
          </p:cNvSpPr>
          <p:nvPr/>
        </p:nvSpPr>
        <p:spPr>
          <a:xfrm xmlns:a="http://schemas.openxmlformats.org/drawingml/2006/main">
            <a:off x="5486400" y="1783080"/>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935957E6-192E-456E-B0D1-29A6331AECA1}"/>
              </a:ext>
            </a:extLst>
          </p:cNvPr>
          <p:cNvSpPr>
            <a:spLocks xmlns:a="http://schemas.openxmlformats.org/drawingml/2006/main" noGrp="1"/>
          </p:cNvSpPr>
          <p:nvPr/>
        </p:nvSpPr>
        <p:spPr>
          <a:xfrm xmlns:a="http://schemas.openxmlformats.org/drawingml/2006/main">
            <a:off x="5486400" y="1783080"/>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409f95d3cc5b42c4"/>
          <a:stretch xmlns:a="http://schemas.openxmlformats.org/drawingml/2006/main">
            <a:fillRect l="0" t="0" r="0" b="0"/>
          </a:stretch>
        </p:blipFill>
        <p:spPr>
          <a:xfrm xmlns:a="http://schemas.openxmlformats.org/drawingml/2006/main">
            <a:off x="5687568" y="1929384"/>
            <a:ext cx="237744" cy="237744"/>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8CDC7D74-0CBA-4C18-8C7E-2E3D62524D76}"/>
              </a:ext>
            </a:extLst>
          </p:cNvPr>
          <p:cNvSpPr>
            <a:spLocks xmlns:a="http://schemas.openxmlformats.org/drawingml/2006/main" noGrp="1"/>
          </p:cNvSpPr>
          <p:nvPr/>
        </p:nvSpPr>
        <p:spPr>
          <a:xfrm xmlns:a="http://schemas.openxmlformats.org/drawingml/2006/main">
            <a:off x="6035040" y="181965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Check readiness</a:t>
            </a:r>
          </a:p>
        </p:txBody>
      </p:sp>
      <p:sp>
        <p:nvSpPr>
          <p:cNvPr id="19" name="Text 16">
            <a:extLst xmlns:a="http://schemas.openxmlformats.org/drawingml/2006/main">
              <a:ext uri="{FF2B5EF4-FFF2-40B4-BE49-F238E27FC236}">
                <a16:creationId xmlns:a16="http://schemas.microsoft.com/office/drawing/2014/main" id="{A02E673E-0E1A-4CEF-BFC4-B81223C759B3}"/>
              </a:ext>
            </a:extLst>
          </p:cNvPr>
          <p:cNvSpPr>
            <a:spLocks xmlns:a="http://schemas.openxmlformats.org/drawingml/2006/main" noGrp="1"/>
          </p:cNvSpPr>
          <p:nvPr/>
        </p:nvSpPr>
        <p:spPr>
          <a:xfrm xmlns:a="http://schemas.openxmlformats.org/drawingml/2006/main">
            <a:off x="6035040" y="2057400"/>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Inputs and diagnostics, before any model</a:t>
            </a:r>
          </a:p>
        </p:txBody>
      </p:sp>
      <p:sp>
        <p:nvSpPr>
          <p:cNvPr id="20" name="Shape 17">
            <a:extLst xmlns:a="http://schemas.openxmlformats.org/drawingml/2006/main">
              <a:ext uri="{FF2B5EF4-FFF2-40B4-BE49-F238E27FC236}">
                <a16:creationId xmlns:a16="http://schemas.microsoft.com/office/drawing/2014/main" id="{70E39978-5574-492F-87B4-5BB2DFAA9E9E}"/>
              </a:ext>
            </a:extLst>
          </p:cNvPr>
          <p:cNvSpPr>
            <a:spLocks xmlns:a="http://schemas.openxmlformats.org/drawingml/2006/main" noGrp="1"/>
          </p:cNvSpPr>
          <p:nvPr/>
        </p:nvSpPr>
        <p:spPr>
          <a:xfrm xmlns:a="http://schemas.openxmlformats.org/drawingml/2006/main">
            <a:off x="5486400" y="2386584"/>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8">
            <a:extLst xmlns:a="http://schemas.openxmlformats.org/drawingml/2006/main">
              <a:ext uri="{FF2B5EF4-FFF2-40B4-BE49-F238E27FC236}">
                <a16:creationId xmlns:a16="http://schemas.microsoft.com/office/drawing/2014/main" id="{A61B1F83-BFED-4525-AECE-77E4334CEBC9}"/>
              </a:ext>
            </a:extLst>
          </p:cNvPr>
          <p:cNvSpPr>
            <a:spLocks xmlns:a="http://schemas.openxmlformats.org/drawingml/2006/main" noGrp="1"/>
          </p:cNvSpPr>
          <p:nvPr/>
        </p:nvSpPr>
        <p:spPr>
          <a:xfrm xmlns:a="http://schemas.openxmlformats.org/drawingml/2006/main">
            <a:off x="5486400" y="2386584"/>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02f828cfc3694342"/>
          <a:stretch xmlns:a="http://schemas.openxmlformats.org/drawingml/2006/main">
            <a:fillRect l="0" t="0" r="0" b="0"/>
          </a:stretch>
        </p:blipFill>
        <p:spPr>
          <a:xfrm xmlns:a="http://schemas.openxmlformats.org/drawingml/2006/main">
            <a:off x="5687568" y="2532888"/>
            <a:ext cx="237744" cy="237744"/>
          </a:xfrm>
          <a:prstGeom xmlns:a="http://schemas.openxmlformats.org/drawingml/2006/main" prst="rect">
            <a:avLst/>
          </a:prstGeom>
        </p:spPr>
      </p:pic>
      <p:sp>
        <p:nvSpPr>
          <p:cNvPr id="23" name="Text 19">
            <a:extLst xmlns:a="http://schemas.openxmlformats.org/drawingml/2006/main">
              <a:ext uri="{FF2B5EF4-FFF2-40B4-BE49-F238E27FC236}">
                <a16:creationId xmlns:a16="http://schemas.microsoft.com/office/drawing/2014/main" id="{6C04764F-D1E7-4971-8E0D-CD30FB6909E6}"/>
              </a:ext>
            </a:extLst>
          </p:cNvPr>
          <p:cNvSpPr>
            <a:spLocks xmlns:a="http://schemas.openxmlformats.org/drawingml/2006/main" noGrp="1"/>
          </p:cNvSpPr>
          <p:nvPr/>
        </p:nvSpPr>
        <p:spPr>
          <a:xfrm xmlns:a="http://schemas.openxmlformats.org/drawingml/2006/main">
            <a:off x="6035040" y="2423160"/>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UFH</a:t>
            </a:r>
          </a:p>
        </p:txBody>
      </p:sp>
      <p:sp>
        <p:nvSpPr>
          <p:cNvPr id="24" name="Text 20">
            <a:extLst xmlns:a="http://schemas.openxmlformats.org/drawingml/2006/main">
              <a:ext uri="{FF2B5EF4-FFF2-40B4-BE49-F238E27FC236}">
                <a16:creationId xmlns:a16="http://schemas.microsoft.com/office/drawing/2014/main" id="{D2D33A8A-BE8A-47FC-92FF-969D35958953}"/>
              </a:ext>
            </a:extLst>
          </p:cNvPr>
          <p:cNvSpPr>
            <a:spLocks xmlns:a="http://schemas.openxmlformats.org/drawingml/2006/main" noGrp="1"/>
          </p:cNvSpPr>
          <p:nvPr/>
        </p:nvSpPr>
        <p:spPr>
          <a:xfrm xmlns:a="http://schemas.openxmlformats.org/drawingml/2006/main">
            <a:off x="6035040" y="2660904"/>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Univariate Fay–Herriot: one model per year</a:t>
            </a:r>
          </a:p>
        </p:txBody>
      </p:sp>
      <p:sp>
        <p:nvSpPr>
          <p:cNvPr id="25" name="Shape 21">
            <a:extLst xmlns:a="http://schemas.openxmlformats.org/drawingml/2006/main">
              <a:ext uri="{FF2B5EF4-FFF2-40B4-BE49-F238E27FC236}">
                <a16:creationId xmlns:a16="http://schemas.microsoft.com/office/drawing/2014/main" id="{28C21722-EF0F-4D04-8B40-06C96801E6CD}"/>
              </a:ext>
            </a:extLst>
          </p:cNvPr>
          <p:cNvSpPr>
            <a:spLocks xmlns:a="http://schemas.openxmlformats.org/drawingml/2006/main" noGrp="1"/>
          </p:cNvSpPr>
          <p:nvPr/>
        </p:nvSpPr>
        <p:spPr>
          <a:xfrm xmlns:a="http://schemas.openxmlformats.org/drawingml/2006/main">
            <a:off x="5486400" y="2990088"/>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2">
            <a:extLst xmlns:a="http://schemas.openxmlformats.org/drawingml/2006/main">
              <a:ext uri="{FF2B5EF4-FFF2-40B4-BE49-F238E27FC236}">
                <a16:creationId xmlns:a16="http://schemas.microsoft.com/office/drawing/2014/main" id="{B04BFD5C-126B-45B5-A6D8-435864DF6115}"/>
              </a:ext>
            </a:extLst>
          </p:cNvPr>
          <p:cNvSpPr>
            <a:spLocks xmlns:a="http://schemas.openxmlformats.org/drawingml/2006/main" noGrp="1"/>
          </p:cNvSpPr>
          <p:nvPr/>
        </p:nvSpPr>
        <p:spPr>
          <a:xfrm xmlns:a="http://schemas.openxmlformats.org/drawingml/2006/main">
            <a:off x="5486400" y="2990088"/>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9bb1a242847345a4"/>
          <a:stretch xmlns:a="http://schemas.openxmlformats.org/drawingml/2006/main">
            <a:fillRect l="0" t="0" r="0" b="0"/>
          </a:stretch>
        </p:blipFill>
        <p:spPr>
          <a:xfrm xmlns:a="http://schemas.openxmlformats.org/drawingml/2006/main">
            <a:off x="5687568" y="3136392"/>
            <a:ext cx="237744" cy="237744"/>
          </a:xfrm>
          <a:prstGeom xmlns:a="http://schemas.openxmlformats.org/drawingml/2006/main" prst="rect">
            <a:avLst/>
          </a:prstGeom>
        </p:spPr>
      </p:pic>
      <p:sp>
        <p:nvSpPr>
          <p:cNvPr id="28" name="Text 23">
            <a:extLst xmlns:a="http://schemas.openxmlformats.org/drawingml/2006/main">
              <a:ext uri="{FF2B5EF4-FFF2-40B4-BE49-F238E27FC236}">
                <a16:creationId xmlns:a16="http://schemas.microsoft.com/office/drawing/2014/main" id="{F239A335-06D9-4B3A-9B2D-454EEEB2BA2C}"/>
              </a:ext>
            </a:extLst>
          </p:cNvPr>
          <p:cNvSpPr>
            <a:spLocks xmlns:a="http://schemas.openxmlformats.org/drawingml/2006/main" noGrp="1"/>
          </p:cNvSpPr>
          <p:nvPr/>
        </p:nvSpPr>
        <p:spPr>
          <a:xfrm xmlns:a="http://schemas.openxmlformats.org/drawingml/2006/main">
            <a:off x="6035040" y="3026664"/>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MFH</a:t>
            </a:r>
          </a:p>
        </p:txBody>
      </p:sp>
      <p:sp>
        <p:nvSpPr>
          <p:cNvPr id="29" name="Text 24">
            <a:extLst xmlns:a="http://schemas.openxmlformats.org/drawingml/2006/main">
              <a:ext uri="{FF2B5EF4-FFF2-40B4-BE49-F238E27FC236}">
                <a16:creationId xmlns:a16="http://schemas.microsoft.com/office/drawing/2014/main" id="{EF38DB57-6C29-41E3-B3DF-F89C793EF1B6}"/>
              </a:ext>
            </a:extLst>
          </p:cNvPr>
          <p:cNvSpPr>
            <a:spLocks xmlns:a="http://schemas.openxmlformats.org/drawingml/2006/main" noGrp="1"/>
          </p:cNvSpPr>
          <p:nvPr/>
        </p:nvSpPr>
        <p:spPr>
          <a:xfrm xmlns:a="http://schemas.openxmlformats.org/drawingml/2006/main">
            <a:off x="6035040" y="3264408"/>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Multivariate Fay–Herriot: years modelled jointly</a:t>
            </a:r>
          </a:p>
        </p:txBody>
      </p:sp>
      <p:sp>
        <p:nvSpPr>
          <p:cNvPr id="30" name="Shape 25">
            <a:extLst xmlns:a="http://schemas.openxmlformats.org/drawingml/2006/main">
              <a:ext uri="{FF2B5EF4-FFF2-40B4-BE49-F238E27FC236}">
                <a16:creationId xmlns:a16="http://schemas.microsoft.com/office/drawing/2014/main" id="{B1938FAB-2D15-4DF4-AC1D-17475A19107F}"/>
              </a:ext>
            </a:extLst>
          </p:cNvPr>
          <p:cNvSpPr>
            <a:spLocks xmlns:a="http://schemas.openxmlformats.org/drawingml/2006/main" noGrp="1"/>
          </p:cNvSpPr>
          <p:nvPr/>
        </p:nvSpPr>
        <p:spPr>
          <a:xfrm xmlns:a="http://schemas.openxmlformats.org/drawingml/2006/main">
            <a:off x="5486400" y="3593592"/>
            <a:ext cx="3154680" cy="53035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6">
            <a:extLst xmlns:a="http://schemas.openxmlformats.org/drawingml/2006/main">
              <a:ext uri="{FF2B5EF4-FFF2-40B4-BE49-F238E27FC236}">
                <a16:creationId xmlns:a16="http://schemas.microsoft.com/office/drawing/2014/main" id="{FCC8514E-B9C8-4E16-8866-1F7BC576B087}"/>
              </a:ext>
            </a:extLst>
          </p:cNvPr>
          <p:cNvSpPr>
            <a:spLocks xmlns:a="http://schemas.openxmlformats.org/drawingml/2006/main" noGrp="1"/>
          </p:cNvSpPr>
          <p:nvPr/>
        </p:nvSpPr>
        <p:spPr>
          <a:xfrm xmlns:a="http://schemas.openxmlformats.org/drawingml/2006/main">
            <a:off x="5486400" y="3593592"/>
            <a:ext cx="54864" cy="53035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5a26e89f417b4c6a"/>
          <a:stretch xmlns:a="http://schemas.openxmlformats.org/drawingml/2006/main">
            <a:fillRect l="0" t="0" r="0" b="0"/>
          </a:stretch>
        </p:blipFill>
        <p:spPr>
          <a:xfrm xmlns:a="http://schemas.openxmlformats.org/drawingml/2006/main">
            <a:off x="5687568" y="3739896"/>
            <a:ext cx="237744" cy="237744"/>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B5070431-103C-4911-A4D0-DEE323926781}"/>
              </a:ext>
            </a:extLst>
          </p:cNvPr>
          <p:cNvSpPr>
            <a:spLocks xmlns:a="http://schemas.openxmlformats.org/drawingml/2006/main" noGrp="1"/>
          </p:cNvSpPr>
          <p:nvPr/>
        </p:nvSpPr>
        <p:spPr>
          <a:xfrm xmlns:a="http://schemas.openxmlformats.org/drawingml/2006/main">
            <a:off x="6035040" y="3630168"/>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Compare</a:t>
            </a:r>
          </a:p>
        </p:txBody>
      </p:sp>
      <p:sp>
        <p:nvSpPr>
          <p:cNvPr id="34" name="Text 28">
            <a:extLst xmlns:a="http://schemas.openxmlformats.org/drawingml/2006/main">
              <a:ext uri="{FF2B5EF4-FFF2-40B4-BE49-F238E27FC236}">
                <a16:creationId xmlns:a16="http://schemas.microsoft.com/office/drawing/2014/main" id="{E09369F1-E315-40CB-ACB2-FB3768CE1697}"/>
              </a:ext>
            </a:extLst>
          </p:cNvPr>
          <p:cNvSpPr>
            <a:spLocks xmlns:a="http://schemas.openxmlformats.org/drawingml/2006/main" noGrp="1"/>
          </p:cNvSpPr>
          <p:nvPr/>
        </p:nvSpPr>
        <p:spPr>
          <a:xfrm xmlns:a="http://schemas.openxmlformats.org/drawingml/2006/main">
            <a:off x="6035040" y="3867912"/>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FA37F9D-92B5-4E50-8401-35B7D5191F3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60A61C1C-8A26-4FE2-999A-7531E2513EDC}"/>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F14FA75-23C9-421E-AFBE-D2B0C612AF4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2F938DE0-2EC1-4BA4-901A-5F313C0D4FA8}"/>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852172A-B2F6-468A-AEAA-9900C77BBDAE}"/>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 / 59</a:t>
            </a:r>
          </a:p>
        </p:txBody>
      </p:sp>
      <p:sp>
        <p:nvSpPr>
          <p:cNvPr id="8" name="Text 6">
            <a:extLst xmlns:a="http://schemas.openxmlformats.org/drawingml/2006/main">
              <a:ext uri="{FF2B5EF4-FFF2-40B4-BE49-F238E27FC236}">
                <a16:creationId xmlns:a16="http://schemas.microsoft.com/office/drawing/2014/main" id="{20D2CA4B-A0D6-4FD8-8ACE-6812596BAC6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you can estimate</a:t>
            </a:r>
          </a:p>
        </p:txBody>
      </p:sp>
      <p:sp>
        <p:nvSpPr>
          <p:cNvPr id="9" name="Text 7">
            <a:extLst xmlns:a="http://schemas.openxmlformats.org/drawingml/2006/main">
              <a:ext uri="{FF2B5EF4-FFF2-40B4-BE49-F238E27FC236}">
                <a16:creationId xmlns:a16="http://schemas.microsoft.com/office/drawing/2014/main" id="{20D5ECB1-0EF2-4835-9FDA-3516267C54D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xmlns:a="http://schemas.openxmlformats.org/drawingml/2006/main">
              <a:ext uri="{FF2B5EF4-FFF2-40B4-BE49-F238E27FC236}">
                <a16:creationId xmlns:a16="http://schemas.microsoft.com/office/drawing/2014/main" id="{663F1991-B6BA-48BF-94B3-E8B680DE8AB6}"/>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E303FA1B-736F-4744-BA7D-939EA7F0FE29}"/>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5CE8A5AC-C7DA-4AE9-B614-7D61DF139F4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1</a:t>
            </a:r>
          </a:p>
        </p:txBody>
      </p:sp>
      <p:sp>
        <p:nvSpPr>
          <p:cNvPr id="13" name="Text 11">
            <a:extLst xmlns:a="http://schemas.openxmlformats.org/drawingml/2006/main">
              <a:ext uri="{FF2B5EF4-FFF2-40B4-BE49-F238E27FC236}">
                <a16:creationId xmlns:a16="http://schemas.microsoft.com/office/drawing/2014/main" id="{494E9F48-B413-4E9E-BB4E-CD0BF2BCA2CA}"/>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Poverty rate</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7ce34dfcc99f475f"/>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E2E15DC9-C09C-46FC-9536-B5D118778165}"/>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FGT(0) · headcount</a:t>
            </a:r>
          </a:p>
        </p:txBody>
      </p:sp>
      <p:sp>
        <p:nvSpPr>
          <p:cNvPr id="16" name="Text 13">
            <a:extLst xmlns:a="http://schemas.openxmlformats.org/drawingml/2006/main">
              <a:ext uri="{FF2B5EF4-FFF2-40B4-BE49-F238E27FC236}">
                <a16:creationId xmlns:a16="http://schemas.microsoft.com/office/drawing/2014/main" id="{CFE7E9DB-37D1-40B4-A744-E115ADFEF67C}"/>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xmlns:a="http://schemas.openxmlformats.org/drawingml/2006/main">
              <a:ext uri="{FF2B5EF4-FFF2-40B4-BE49-F238E27FC236}">
                <a16:creationId xmlns:a16="http://schemas.microsoft.com/office/drawing/2014/main" id="{6ED9F0AC-A9D0-4120-8E89-03C775312147}"/>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796D4CA7-287E-43B1-8B68-43ADB8534883}"/>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A40AC215-976B-46A1-90D5-9C15066F9785}"/>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2</a:t>
            </a:r>
          </a:p>
        </p:txBody>
      </p:sp>
      <p:sp>
        <p:nvSpPr>
          <p:cNvPr id="20" name="Text 17">
            <a:extLst xmlns:a="http://schemas.openxmlformats.org/drawingml/2006/main">
              <a:ext uri="{FF2B5EF4-FFF2-40B4-BE49-F238E27FC236}">
                <a16:creationId xmlns:a16="http://schemas.microsoft.com/office/drawing/2014/main" id="{62344225-6600-4E54-8EFE-EF69483C1A25}"/>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Gap &amp; severity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c9d2fd3cd90641b8"/>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B68A9878-B205-4292-8EB9-A2E011B30E91}"/>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FGT(1) and FGT(2)</a:t>
            </a:r>
          </a:p>
        </p:txBody>
      </p:sp>
      <p:sp>
        <p:nvSpPr>
          <p:cNvPr id="23" name="Text 19">
            <a:extLst xmlns:a="http://schemas.openxmlformats.org/drawingml/2006/main">
              <a:ext uri="{FF2B5EF4-FFF2-40B4-BE49-F238E27FC236}">
                <a16:creationId xmlns:a16="http://schemas.microsoft.com/office/drawing/2014/main" id="{861B72D4-6356-4C75-BDF7-55F5296CC4D0}"/>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xmlns:a="http://schemas.openxmlformats.org/drawingml/2006/main">
              <a:ext uri="{FF2B5EF4-FFF2-40B4-BE49-F238E27FC236}">
                <a16:creationId xmlns:a16="http://schemas.microsoft.com/office/drawing/2014/main" id="{25C1BDD4-E210-4DD3-8C70-F7893C7572BE}"/>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B54112FE-1FBD-4422-B31D-8B02F95A3D00}"/>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9609BC81-53B8-43BB-90F9-F40A7C141D04}"/>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INDICATOR 3</a:t>
            </a:r>
          </a:p>
        </p:txBody>
      </p:sp>
      <p:sp>
        <p:nvSpPr>
          <p:cNvPr id="27" name="Text 23">
            <a:extLst xmlns:a="http://schemas.openxmlformats.org/drawingml/2006/main">
              <a:ext uri="{FF2B5EF4-FFF2-40B4-BE49-F238E27FC236}">
                <a16:creationId xmlns:a16="http://schemas.microsoft.com/office/drawing/2014/main" id="{BAFAFAA2-20AD-4F5C-9DEC-F25E98409616}"/>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Mean welfare</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d96f42f5b141421e"/>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665EC1A0-2591-4BE4-AC9D-FB8DDA46C5AC}"/>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Income or consumption</a:t>
            </a:r>
          </a:p>
        </p:txBody>
      </p:sp>
      <p:sp>
        <p:nvSpPr>
          <p:cNvPr id="30" name="Text 25">
            <a:extLst xmlns:a="http://schemas.openxmlformats.org/drawingml/2006/main">
              <a:ext uri="{FF2B5EF4-FFF2-40B4-BE49-F238E27FC236}">
                <a16:creationId xmlns:a16="http://schemas.microsoft.com/office/drawing/2014/main" id="{19541D2C-40D2-4F85-BD87-89763E63E68F}"/>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11 / 59</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required files</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1</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Survey</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a835691cf1ee4b9f"/>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Household microdata</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2</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Auxiliary</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f49a9c69b3e14d66"/>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Subnational aggregates</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DATASET 3</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Geometry</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587c8e5b9d4d43ca"/>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Geographic boundaries</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8B77CFD-EDC2-43E9-9669-BE7F7762C7B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CF164E53-7A4A-4B9A-A980-5DBE127840A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90D20A9-D763-4C5A-8AD2-9773DF86E9B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8BDE2CB-6D29-4D92-964C-7CF4600E2C2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A76ECD24-2BF4-4F7A-A167-27E1FB9A19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12 / 59</a:t>
            </a:r>
          </a:p>
        </p:txBody>
      </p:sp>
      <p:sp>
        <p:nvSpPr>
          <p:cNvPr id="8" name="Text 6">
            <a:extLst xmlns:a="http://schemas.openxmlformats.org/drawingml/2006/main">
              <a:ext uri="{FF2B5EF4-FFF2-40B4-BE49-F238E27FC236}">
                <a16:creationId xmlns:a16="http://schemas.microsoft.com/office/drawing/2014/main" id="{63F775ED-B63F-41F2-B0EE-B9CF44A9BD5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formats are very flexible</a:t>
            </a:r>
          </a:p>
        </p:txBody>
      </p:sp>
      <p:sp>
        <p:nvSpPr>
          <p:cNvPr id="9" name="Text 7">
            <a:extLst xmlns:a="http://schemas.openxmlformats.org/drawingml/2006/main">
              <a:ext uri="{FF2B5EF4-FFF2-40B4-BE49-F238E27FC236}">
                <a16:creationId xmlns:a16="http://schemas.microsoft.com/office/drawing/2014/main" id="{A7E82F4C-B09D-47EA-A39F-93FA33B3D6A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xmlns:a="http://schemas.openxmlformats.org/drawingml/2006/main">
              <a:ext uri="{FF2B5EF4-FFF2-40B4-BE49-F238E27FC236}">
                <a16:creationId xmlns:a16="http://schemas.microsoft.com/office/drawing/2014/main" id="{B90A1677-4817-402B-BBDD-0A2B4FF83695}"/>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DFC1D7D-DC5B-4B7E-A181-E77D0D942CF5}"/>
              </a:ext>
            </a:extLst>
          </p:cNvPr>
          <p:cNvSpPr>
            <a:spLocks xmlns:a="http://schemas.openxmlformats.org/drawingml/2006/main" noGrp="1"/>
          </p:cNvSpPr>
          <p:nvPr/>
        </p:nvSpPr>
        <p:spPr>
          <a:xfrm xmlns:a="http://schemas.openxmlformats.org/drawingml/2006/main">
            <a:off x="50292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A9CF47C-DF5B-4AA4-93B0-1E9FE0971EBD}"/>
              </a:ext>
            </a:extLst>
          </p:cNvPr>
          <p:cNvSpPr>
            <a:spLocks xmlns:a="http://schemas.openxmlformats.org/drawingml/2006/main" noGrp="1"/>
          </p:cNvSpPr>
          <p:nvPr/>
        </p:nvSpPr>
        <p:spPr>
          <a:xfrm xmlns:a="http://schemas.openxmlformats.org/drawingml/2006/main">
            <a:off x="77724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SURVEY</a:t>
            </a:r>
          </a:p>
        </p:txBody>
      </p:sp>
      <p:sp>
        <p:nvSpPr>
          <p:cNvPr id="13" name="Text 11">
            <a:extLst xmlns:a="http://schemas.openxmlformats.org/drawingml/2006/main">
              <a:ext uri="{FF2B5EF4-FFF2-40B4-BE49-F238E27FC236}">
                <a16:creationId xmlns:a16="http://schemas.microsoft.com/office/drawing/2014/main" id="{BD19AD2D-7188-4D07-8FA9-C43C0AA46AB6}"/>
              </a:ext>
            </a:extLst>
          </p:cNvPr>
          <p:cNvSpPr>
            <a:spLocks xmlns:a="http://schemas.openxmlformats.org/drawingml/2006/main" noGrp="1"/>
          </p:cNvSpPr>
          <p:nvPr/>
        </p:nvSpPr>
        <p:spPr>
          <a:xfrm xmlns:a="http://schemas.openxmlformats.org/drawingml/2006/main">
            <a:off x="77724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Household data</a:t>
            </a: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d78e5000afd4a55"/>
          <a:stretch xmlns:a="http://schemas.openxmlformats.org/drawingml/2006/main">
            <a:fillRect l="0" t="0" r="0" b="0"/>
          </a:stretch>
        </p:blipFill>
        <p:spPr>
          <a:xfrm xmlns:a="http://schemas.openxmlformats.org/drawingml/2006/main">
            <a:off x="2471928" y="2697480"/>
            <a:ext cx="329184" cy="329184"/>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5FCED2EB-465C-417E-8A5C-11BFAC227638}"/>
              </a:ext>
            </a:extLst>
          </p:cNvPr>
          <p:cNvSpPr>
            <a:spLocks xmlns:a="http://schemas.openxmlformats.org/drawingml/2006/main" noGrp="1"/>
          </p:cNvSpPr>
          <p:nvPr/>
        </p:nvSpPr>
        <p:spPr>
          <a:xfrm xmlns:a="http://schemas.openxmlformats.org/drawingml/2006/main">
            <a:off x="77724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16" name="Text 13">
            <a:extLst xmlns:a="http://schemas.openxmlformats.org/drawingml/2006/main">
              <a:ext uri="{FF2B5EF4-FFF2-40B4-BE49-F238E27FC236}">
                <a16:creationId xmlns:a16="http://schemas.microsoft.com/office/drawing/2014/main" id="{BD193832-3031-48F8-9C0E-9FC59B0B589F}"/>
              </a:ext>
            </a:extLst>
          </p:cNvPr>
          <p:cNvSpPr>
            <a:spLocks xmlns:a="http://schemas.openxmlformats.org/drawingml/2006/main" noGrp="1"/>
          </p:cNvSpPr>
          <p:nvPr/>
        </p:nvSpPr>
        <p:spPr>
          <a:xfrm xmlns:a="http://schemas.openxmlformats.org/drawingml/2006/main">
            <a:off x="77724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xmlns:a="http://schemas.openxmlformats.org/drawingml/2006/main">
              <a:ext uri="{FF2B5EF4-FFF2-40B4-BE49-F238E27FC236}">
                <a16:creationId xmlns:a16="http://schemas.microsoft.com/office/drawing/2014/main" id="{E68715DF-3AC6-4DB2-9B26-CE9A4FCB10DF}"/>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5">
            <a:extLst xmlns:a="http://schemas.openxmlformats.org/drawingml/2006/main">
              <a:ext uri="{FF2B5EF4-FFF2-40B4-BE49-F238E27FC236}">
                <a16:creationId xmlns:a16="http://schemas.microsoft.com/office/drawing/2014/main" id="{E6AF43B4-8C7D-4803-9B8D-3CFEF5007F7E}"/>
              </a:ext>
            </a:extLst>
          </p:cNvPr>
          <p:cNvSpPr>
            <a:spLocks xmlns:a="http://schemas.openxmlformats.org/drawingml/2006/main" noGrp="1"/>
          </p:cNvSpPr>
          <p:nvPr/>
        </p:nvSpPr>
        <p:spPr>
          <a:xfrm xmlns:a="http://schemas.openxmlformats.org/drawingml/2006/main">
            <a:off x="327660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D7468E89-5FA8-4D76-B6FB-EC86F4488847}"/>
              </a:ext>
            </a:extLst>
          </p:cNvPr>
          <p:cNvSpPr>
            <a:spLocks xmlns:a="http://schemas.openxmlformats.org/drawingml/2006/main" noGrp="1"/>
          </p:cNvSpPr>
          <p:nvPr/>
        </p:nvSpPr>
        <p:spPr>
          <a:xfrm xmlns:a="http://schemas.openxmlformats.org/drawingml/2006/main">
            <a:off x="355092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AUXILIARY</a:t>
            </a:r>
          </a:p>
        </p:txBody>
      </p:sp>
      <p:sp>
        <p:nvSpPr>
          <p:cNvPr id="20" name="Text 17">
            <a:extLst xmlns:a="http://schemas.openxmlformats.org/drawingml/2006/main">
              <a:ext uri="{FF2B5EF4-FFF2-40B4-BE49-F238E27FC236}">
                <a16:creationId xmlns:a16="http://schemas.microsoft.com/office/drawing/2014/main" id="{6F45C387-1FC9-4F9B-A8E9-63C5F006642C}"/>
              </a:ext>
            </a:extLst>
          </p:cNvPr>
          <p:cNvSpPr>
            <a:spLocks xmlns:a="http://schemas.openxmlformats.org/drawingml/2006/main" noGrp="1"/>
          </p:cNvSpPr>
          <p:nvPr/>
        </p:nvSpPr>
        <p:spPr>
          <a:xfrm xmlns:a="http://schemas.openxmlformats.org/drawingml/2006/main">
            <a:off x="355092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Area covariates</a:t>
            </a:r>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6121300f2b2b40d0"/>
          <a:stretch xmlns:a="http://schemas.openxmlformats.org/drawingml/2006/main">
            <a:fillRect l="0" t="0" r="0" b="0"/>
          </a:stretch>
        </p:blipFill>
        <p:spPr>
          <a:xfrm xmlns:a="http://schemas.openxmlformats.org/drawingml/2006/main">
            <a:off x="5245608" y="2697480"/>
            <a:ext cx="329184" cy="329184"/>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12B787CF-7731-4A06-82A0-049178FE504F}"/>
              </a:ext>
            </a:extLst>
          </p:cNvPr>
          <p:cNvSpPr>
            <a:spLocks xmlns:a="http://schemas.openxmlformats.org/drawingml/2006/main" noGrp="1"/>
          </p:cNvSpPr>
          <p:nvPr/>
        </p:nvSpPr>
        <p:spPr>
          <a:xfrm xmlns:a="http://schemas.openxmlformats.org/drawingml/2006/main">
            <a:off x="355092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table format</a:t>
            </a:r>
          </a:p>
        </p:txBody>
      </p:sp>
      <p:sp>
        <p:nvSpPr>
          <p:cNvPr id="23" name="Text 19">
            <a:extLst xmlns:a="http://schemas.openxmlformats.org/drawingml/2006/main">
              <a:ext uri="{FF2B5EF4-FFF2-40B4-BE49-F238E27FC236}">
                <a16:creationId xmlns:a16="http://schemas.microsoft.com/office/drawing/2014/main" id="{987C8193-4EC7-4AAD-8560-A50A48647C27}"/>
              </a:ext>
            </a:extLst>
          </p:cNvPr>
          <p:cNvSpPr>
            <a:spLocks xmlns:a="http://schemas.openxmlformats.org/drawingml/2006/main" noGrp="1"/>
          </p:cNvSpPr>
          <p:nvPr/>
        </p:nvSpPr>
        <p:spPr>
          <a:xfrm xmlns:a="http://schemas.openxmlformats.org/drawingml/2006/main">
            <a:off x="355092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xmlns:a="http://schemas.openxmlformats.org/drawingml/2006/main">
              <a:ext uri="{FF2B5EF4-FFF2-40B4-BE49-F238E27FC236}">
                <a16:creationId xmlns:a16="http://schemas.microsoft.com/office/drawing/2014/main" id="{3DD711F2-E084-4F75-86C8-AD3CF0AEFC18}"/>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1">
            <a:extLst xmlns:a="http://schemas.openxmlformats.org/drawingml/2006/main">
              <a:ext uri="{FF2B5EF4-FFF2-40B4-BE49-F238E27FC236}">
                <a16:creationId xmlns:a16="http://schemas.microsoft.com/office/drawing/2014/main" id="{C7E43238-F96C-46FD-ACC6-E6C84EDC42CD}"/>
              </a:ext>
            </a:extLst>
          </p:cNvPr>
          <p:cNvSpPr>
            <a:spLocks xmlns:a="http://schemas.openxmlformats.org/drawingml/2006/main" noGrp="1"/>
          </p:cNvSpPr>
          <p:nvPr/>
        </p:nvSpPr>
        <p:spPr>
          <a:xfrm xmlns:a="http://schemas.openxmlformats.org/drawingml/2006/main">
            <a:off x="6050280" y="1828800"/>
            <a:ext cx="2590800" cy="68580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2">
            <a:extLst xmlns:a="http://schemas.openxmlformats.org/drawingml/2006/main">
              <a:ext uri="{FF2B5EF4-FFF2-40B4-BE49-F238E27FC236}">
                <a16:creationId xmlns:a16="http://schemas.microsoft.com/office/drawing/2014/main" id="{BB6646A1-F121-4A93-88BD-D650D4375E4E}"/>
              </a:ext>
            </a:extLst>
          </p:cNvPr>
          <p:cNvSpPr>
            <a:spLocks xmlns:a="http://schemas.openxmlformats.org/drawingml/2006/main" noGrp="1"/>
          </p:cNvSpPr>
          <p:nvPr/>
        </p:nvSpPr>
        <p:spPr>
          <a:xfrm xmlns:a="http://schemas.openxmlformats.org/drawingml/2006/main">
            <a:off x="6324600" y="1920240"/>
            <a:ext cx="2133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GEOMETRY</a:t>
            </a:r>
          </a:p>
        </p:txBody>
      </p:sp>
      <p:sp>
        <p:nvSpPr>
          <p:cNvPr id="27" name="Text 23">
            <a:extLst xmlns:a="http://schemas.openxmlformats.org/drawingml/2006/main">
              <a:ext uri="{FF2B5EF4-FFF2-40B4-BE49-F238E27FC236}">
                <a16:creationId xmlns:a16="http://schemas.microsoft.com/office/drawing/2014/main" id="{4B897063-84DB-46AB-B295-D9579490D424}"/>
              </a:ext>
            </a:extLst>
          </p:cNvPr>
          <p:cNvSpPr>
            <a:spLocks xmlns:a="http://schemas.openxmlformats.org/drawingml/2006/main" noGrp="1"/>
          </p:cNvSpPr>
          <p:nvPr/>
        </p:nvSpPr>
        <p:spPr>
          <a:xfrm xmlns:a="http://schemas.openxmlformats.org/drawingml/2006/main">
            <a:off x="6324600" y="2139696"/>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Calibri"/>
                <a:ea typeface="Calibri"/>
                <a:cs typeface="Calibri"/>
              </a:rPr>
              <a:t>Boundaries</a:t>
            </a: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36f42d30ccd4450a"/>
          <a:stretch xmlns:a="http://schemas.openxmlformats.org/drawingml/2006/main">
            <a:fillRect l="0" t="0" r="0" b="0"/>
          </a:stretch>
        </p:blipFill>
        <p:spPr>
          <a:xfrm xmlns:a="http://schemas.openxmlformats.org/drawingml/2006/main">
            <a:off x="8019288" y="2697480"/>
            <a:ext cx="329184" cy="329184"/>
          </a:xfrm>
          <a:prstGeom xmlns:a="http://schemas.openxmlformats.org/drawingml/2006/main" prst="rect">
            <a:avLst/>
          </a:prstGeom>
        </p:spPr>
      </p:pic>
      <p:sp>
        <p:nvSpPr>
          <p:cNvPr id="29" name="Text 24">
            <a:extLst xmlns:a="http://schemas.openxmlformats.org/drawingml/2006/main">
              <a:ext uri="{FF2B5EF4-FFF2-40B4-BE49-F238E27FC236}">
                <a16:creationId xmlns:a16="http://schemas.microsoft.com/office/drawing/2014/main" id="{227B982F-CEF8-45F6-A6CE-865AE99F2FDE}"/>
              </a:ext>
            </a:extLst>
          </p:cNvPr>
          <p:cNvSpPr>
            <a:spLocks xmlns:a="http://schemas.openxmlformats.org/drawingml/2006/main" noGrp="1"/>
          </p:cNvSpPr>
          <p:nvPr/>
        </p:nvSpPr>
        <p:spPr>
          <a:xfrm xmlns:a="http://schemas.openxmlformats.org/drawingml/2006/main">
            <a:off x="6324600" y="2697480"/>
            <a:ext cx="1722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Any GIS format</a:t>
            </a:r>
          </a:p>
        </p:txBody>
      </p:sp>
      <p:sp>
        <p:nvSpPr>
          <p:cNvPr id="30" name="Text 25">
            <a:extLst xmlns:a="http://schemas.openxmlformats.org/drawingml/2006/main">
              <a:ext uri="{FF2B5EF4-FFF2-40B4-BE49-F238E27FC236}">
                <a16:creationId xmlns:a16="http://schemas.microsoft.com/office/drawing/2014/main" id="{BB44623A-DDA7-42DB-AE7A-AC9C57923D61}"/>
              </a:ext>
            </a:extLst>
          </p:cNvPr>
          <p:cNvSpPr>
            <a:spLocks xmlns:a="http://schemas.openxmlformats.org/drawingml/2006/main" noGrp="1"/>
          </p:cNvSpPr>
          <p:nvPr/>
        </p:nvSpPr>
        <p:spPr>
          <a:xfrm xmlns:a="http://schemas.openxmlformats.org/drawingml/2006/main">
            <a:off x="6324600" y="310896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xmlns:a="http://schemas.openxmlformats.org/drawingml/2006/main">
              <a:ext uri="{FF2B5EF4-FFF2-40B4-BE49-F238E27FC236}">
                <a16:creationId xmlns:a16="http://schemas.microsoft.com/office/drawing/2014/main" id="{A221DF0C-5EE4-40E9-8F00-5AD185154EE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sld>
</file>

<file path=ppt/slides/slide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13 / 59</a:t>
            </a:r>
          </a:p>
        </p:txBody>
      </p:sp>
      <p:sp>
        <p:nvSpPr>
          <p:cNvPr id="8" name="Section">
            <a:extLst xmlns:a="http://schemas.openxmlformats.org/drawingml/2006/main">
              <a:ext uri="{FF2B5EF4-FFF2-40B4-BE49-F238E27FC236}">
                <a16:creationId xmlns:a16="http://schemas.microsoft.com/office/drawing/2014/main" id="{78FA4752-84E9-4E37-8F7E-24CB49B55E06}"/>
              </a:ext>
            </a:extLst>
          </p:cNvPr>
          <p:cNvSpPr>
            <a:spLocks xmlns:a="http://schemas.openxmlformats.org/drawingml/2006/main" noGrp="1"/>
          </p:cNvSpPr>
          <p:nvPr/>
        </p:nvSpPr>
        <p:spPr>
          <a:xfrm xmlns:a="http://schemas.openxmlformats.org/drawingml/2006/main">
            <a:off x="504825" y="333375"/>
            <a:ext cx="8134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xmlns:a="http://schemas.openxmlformats.org/drawingml/2006/main">
              <a:ext uri="{FF2B5EF4-FFF2-40B4-BE49-F238E27FC236}">
                <a16:creationId xmlns:a16="http://schemas.microsoft.com/office/drawing/2014/main" id="{56802B90-3729-473C-B7FE-75EFAB5860CB}"/>
              </a:ext>
            </a:extLst>
          </p:cNvPr>
          <p:cNvSpPr>
            <a:spLocks xmlns:a="http://schemas.openxmlformats.org/drawingml/2006/main" noGrp="1"/>
          </p:cNvSpPr>
          <p:nvPr/>
        </p:nvSpPr>
        <p:spPr>
          <a:xfrm xmlns:a="http://schemas.openxmlformats.org/drawingml/2006/main">
            <a:off x="504825" y="7143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xmlns:a="http://schemas.openxmlformats.org/drawingml/2006/main">
              <a:ext uri="{FF2B5EF4-FFF2-40B4-BE49-F238E27FC236}">
                <a16:creationId xmlns:a16="http://schemas.microsoft.com/office/drawing/2014/main" id="{534E29F8-CC95-41D2-90B4-EF7AA1C201CF}"/>
              </a:ext>
            </a:extLst>
          </p:cNvPr>
          <p:cNvSpPr>
            <a:spLocks xmlns:a="http://schemas.openxmlformats.org/drawingml/2006/main" noGrp="1"/>
          </p:cNvSpPr>
          <p:nvPr/>
        </p:nvSpPr>
        <p:spPr>
          <a:xfrm xmlns:a="http://schemas.openxmlformats.org/drawingml/2006/main">
            <a:off x="504825" y="1314450"/>
            <a:ext cx="8134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xmlns:a="http://schemas.openxmlformats.org/drawingml/2006/main">
              <a:ext uri="{FF2B5EF4-FFF2-40B4-BE49-F238E27FC236}">
                <a16:creationId xmlns:a16="http://schemas.microsoft.com/office/drawing/2014/main" id="{8948504C-E684-4C6D-BB8C-C0D03C377218}"/>
              </a:ext>
            </a:extLst>
          </p:cNvPr>
          <p:cNvSpPr>
            <a:spLocks xmlns:a="http://schemas.openxmlformats.org/drawingml/2006/main" noGrp="1"/>
          </p:cNvSpPr>
          <p:nvPr/>
        </p:nvSpPr>
        <p:spPr>
          <a:xfrm xmlns:a="http://schemas.openxmlformats.org/drawingml/2006/main">
            <a:off x="504825" y="19145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xmlns:a="http://schemas.openxmlformats.org/drawingml/2006/main">
              <a:ext uri="{FF2B5EF4-FFF2-40B4-BE49-F238E27FC236}">
                <a16:creationId xmlns:a16="http://schemas.microsoft.com/office/drawing/2014/main" id="{4ADFE322-6504-4E21-8637-A0B736C23530}"/>
              </a:ext>
            </a:extLst>
          </p:cNvPr>
          <p:cNvSpPr>
            <a:spLocks xmlns:a="http://schemas.openxmlformats.org/drawingml/2006/main" noGrp="1"/>
          </p:cNvSpPr>
          <p:nvPr/>
        </p:nvSpPr>
        <p:spPr>
          <a:xfrm xmlns:a="http://schemas.openxmlformats.org/drawingml/2006/main">
            <a:off x="2419350" y="19145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Real mean welfare needs CPI values: type them in Step 3, or load a file here (one row per year: a year column and a CPI column).</a:t>
            </a:r>
          </a:p>
        </p:txBody>
      </p:sp>
      <p:sp>
        <p:nvSpPr>
          <p:cNvPr id="13" name="Label 1">
            <a:extLst xmlns:a="http://schemas.openxmlformats.org/drawingml/2006/main">
              <a:ext uri="{FF2B5EF4-FFF2-40B4-BE49-F238E27FC236}">
                <a16:creationId xmlns:a16="http://schemas.microsoft.com/office/drawing/2014/main" id="{859857E9-A9E6-4F80-8272-AF07F515A101}"/>
              </a:ext>
            </a:extLst>
          </p:cNvPr>
          <p:cNvSpPr>
            <a:spLocks xmlns:a="http://schemas.openxmlformats.org/drawingml/2006/main" noGrp="1"/>
          </p:cNvSpPr>
          <p:nvPr/>
        </p:nvSpPr>
        <p:spPr>
          <a:xfrm xmlns:a="http://schemas.openxmlformats.org/drawingml/2006/main">
            <a:off x="504825" y="27146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xmlns:a="http://schemas.openxmlformats.org/drawingml/2006/main">
              <a:ext uri="{FF2B5EF4-FFF2-40B4-BE49-F238E27FC236}">
                <a16:creationId xmlns:a16="http://schemas.microsoft.com/office/drawing/2014/main" id="{657F099E-40AE-437B-86B5-CED08CC8C424}"/>
              </a:ext>
            </a:extLst>
          </p:cNvPr>
          <p:cNvSpPr>
            <a:spLocks xmlns:a="http://schemas.openxmlformats.org/drawingml/2006/main" noGrp="1"/>
          </p:cNvSpPr>
          <p:nvPr/>
        </p:nvSpPr>
        <p:spPr>
          <a:xfrm xmlns:a="http://schemas.openxmlformats.org/drawingml/2006/main">
            <a:off x="2419350" y="27146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xmlns:a="http://schemas.openxmlformats.org/drawingml/2006/main">
              <a:ext uri="{FF2B5EF4-FFF2-40B4-BE49-F238E27FC236}">
                <a16:creationId xmlns:a16="http://schemas.microsoft.com/office/drawing/2014/main" id="{8073ACB0-9314-4476-8D6D-F17166CD478F}"/>
              </a:ext>
            </a:extLst>
          </p:cNvPr>
          <p:cNvSpPr>
            <a:spLocks xmlns:a="http://schemas.openxmlformats.org/drawingml/2006/main" noGrp="1"/>
          </p:cNvSpPr>
          <p:nvPr/>
        </p:nvSpPr>
        <p:spPr>
          <a:xfrm xmlns:a="http://schemas.openxmlformats.org/drawingml/2006/main">
            <a:off x="504825" y="3514725"/>
            <a:ext cx="175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xmlns:a="http://schemas.openxmlformats.org/drawingml/2006/main">
              <a:ext uri="{FF2B5EF4-FFF2-40B4-BE49-F238E27FC236}">
                <a16:creationId xmlns:a16="http://schemas.microsoft.com/office/drawing/2014/main" id="{71D771E7-E0E8-411A-A9CD-938EC16B5EBF}"/>
              </a:ext>
            </a:extLst>
          </p:cNvPr>
          <p:cNvSpPr>
            <a:spLocks xmlns:a="http://schemas.openxmlformats.org/drawingml/2006/main" noGrp="1"/>
          </p:cNvSpPr>
          <p:nvPr/>
        </p:nvSpPr>
        <p:spPr>
          <a:xfrm xmlns:a="http://schemas.openxmlformats.org/drawingml/2006/main">
            <a:off x="2419350" y="3514725"/>
            <a:ext cx="6219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xmlns:a="http://schemas.openxmlformats.org/drawingml/2006/main">
              <a:ext uri="{FF2B5EF4-FFF2-40B4-BE49-F238E27FC236}">
                <a16:creationId xmlns:a16="http://schemas.microsoft.com/office/drawing/2014/main" id="{81293167-5FDC-4B19-9C28-FBF7949EB247}"/>
              </a:ext>
            </a:extLst>
          </p:cNvPr>
          <p:cNvSpPr>
            <a:spLocks xmlns:a="http://schemas.openxmlformats.org/drawingml/2006/main" noGrp="1"/>
          </p:cNvSpPr>
          <p:nvPr/>
        </p:nvSpPr>
        <p:spPr>
          <a:xfrm xmlns:a="http://schemas.openxmlformats.org/drawingml/2006/main">
            <a:off x="504825" y="4410075"/>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sld>
</file>

<file path=ppt/slides/slide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DB58AA-35AF-4D6D-84F9-7B43DBB32CF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7874435-3C7C-4041-9FF1-D1B8C14E22D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5DAD5A5-9084-4D80-9309-38F9E08496F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CHECKLIST</a:t>
            </a:r>
          </a:p>
        </p:txBody>
      </p:sp>
      <p:sp>
        <p:nvSpPr>
          <p:cNvPr id="5" name="Shape 3">
            <a:extLst xmlns:a="http://schemas.openxmlformats.org/drawingml/2006/main">
              <a:ext uri="{FF2B5EF4-FFF2-40B4-BE49-F238E27FC236}">
                <a16:creationId xmlns:a16="http://schemas.microsoft.com/office/drawing/2014/main" id="{9F7471AD-6B3C-44D8-A5A7-5F1864EA426A}"/>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6BC46A48-D36C-4083-85B2-CD9531286C4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38A39A4-E994-4E3D-9291-F4C2D8D98F8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30 / 59</a:t>
            </a:r>
          </a:p>
        </p:txBody>
      </p:sp>
      <p:sp>
        <p:nvSpPr>
          <p:cNvPr id="8" name="Text 6">
            <a:extLst xmlns:a="http://schemas.openxmlformats.org/drawingml/2006/main">
              <a:ext uri="{FF2B5EF4-FFF2-40B4-BE49-F238E27FC236}">
                <a16:creationId xmlns:a16="http://schemas.microsoft.com/office/drawing/2014/main" id="{23C88B7E-3F2A-4F5A-B7E1-7018717B546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Every-run checklist</a:t>
            </a:r>
          </a:p>
        </p:txBody>
      </p:sp>
      <p:sp>
        <p:nvSpPr>
          <p:cNvPr id="9" name="Text 7">
            <a:extLst xmlns:a="http://schemas.openxmlformats.org/drawingml/2006/main">
              <a:ext uri="{FF2B5EF4-FFF2-40B4-BE49-F238E27FC236}">
                <a16:creationId xmlns:a16="http://schemas.microsoft.com/office/drawing/2014/main" id="{6C226AF3-D03A-4520-9FEC-76C819E7ABA5}"/>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Six wizard steps. The defaults are fine unless diagnostics suggest otherwise.</a:t>
            </a:r>
          </a:p>
        </p:txBody>
      </p:sp>
      <p:sp>
        <p:nvSpPr>
          <p:cNvPr id="10" name="Shape 8">
            <a:extLst xmlns:a="http://schemas.openxmlformats.org/drawingml/2006/main">
              <a:ext uri="{FF2B5EF4-FFF2-40B4-BE49-F238E27FC236}">
                <a16:creationId xmlns:a16="http://schemas.microsoft.com/office/drawing/2014/main" id="{B5602A60-B83A-4415-A6DC-8012E52847BE}"/>
              </a:ext>
            </a:extLst>
          </p:cNvPr>
          <p:cNvSpPr>
            <a:spLocks xmlns:a="http://schemas.openxmlformats.org/drawingml/2006/main" noGrp="1"/>
          </p:cNvSpPr>
          <p:nvPr/>
        </p:nvSpPr>
        <p:spPr>
          <a:xfrm xmlns:a="http://schemas.openxmlformats.org/drawingml/2006/main">
            <a:off x="502920" y="1554480"/>
            <a:ext cx="365760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689A8E59-CEB7-47B7-B262-4B6217BD2C2D}"/>
              </a:ext>
            </a:extLst>
          </p:cNvPr>
          <p:cNvSpPr>
            <a:spLocks xmlns:a="http://schemas.openxmlformats.org/drawingml/2006/main" noGrp="1"/>
          </p:cNvSpPr>
          <p:nvPr/>
        </p:nvSpPr>
        <p:spPr>
          <a:xfrm xmlns:a="http://schemas.openxmlformats.org/drawingml/2006/main">
            <a:off x="5029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ACC7ABC3-74BE-4F6A-B4FF-FBAFD91A6BC6}"/>
              </a:ext>
            </a:extLst>
          </p:cNvPr>
          <p:cNvSpPr>
            <a:spLocks xmlns:a="http://schemas.openxmlformats.org/drawingml/2006/main" noGrp="1"/>
          </p:cNvSpPr>
          <p:nvPr/>
        </p:nvSpPr>
        <p:spPr>
          <a:xfrm xmlns:a="http://schemas.openxmlformats.org/drawingml/2006/main">
            <a:off x="731520" y="1719072"/>
            <a:ext cx="3291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SET UP  ·  ONE TIME</a:t>
            </a:r>
          </a:p>
        </p:txBody>
      </p:sp>
      <p:sp>
        <p:nvSpPr>
          <p:cNvPr id="13" name="Text 11">
            <a:extLst xmlns:a="http://schemas.openxmlformats.org/drawingml/2006/main">
              <a:ext uri="{FF2B5EF4-FFF2-40B4-BE49-F238E27FC236}">
                <a16:creationId xmlns:a16="http://schemas.microsoft.com/office/drawing/2014/main" id="{7D58B242-EEE9-4FB4-A1E9-D6912A87841B}"/>
              </a:ext>
            </a:extLst>
          </p:cNvPr>
          <p:cNvSpPr>
            <a:spLocks xmlns:a="http://schemas.openxmlformats.org/drawingml/2006/main" noGrp="1"/>
          </p:cNvSpPr>
          <p:nvPr/>
        </p:nvSpPr>
        <p:spPr>
          <a:xfrm xmlns:a="http://schemas.openxmlformats.org/drawingml/2006/main">
            <a:off x="731520" y="1975104"/>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Install once, then prepare the three required files (Part 1).</a:t>
            </a:r>
          </a:p>
        </p:txBody>
      </p:sp>
      <p:sp>
        <p:nvSpPr>
          <p:cNvPr id="14" name="Shape 12">
            <a:extLst xmlns:a="http://schemas.openxmlformats.org/drawingml/2006/main">
              <a:ext uri="{FF2B5EF4-FFF2-40B4-BE49-F238E27FC236}">
                <a16:creationId xmlns:a16="http://schemas.microsoft.com/office/drawing/2014/main" id="{DA806130-3527-459C-9F65-F57B059AB380}"/>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2D62E143-7A51-4810-846A-B5A57C1006F8}"/>
              </a:ext>
            </a:extLst>
          </p:cNvPr>
          <p:cNvSpPr>
            <a:spLocks xmlns:a="http://schemas.openxmlformats.org/drawingml/2006/main" noGrp="1"/>
          </p:cNvSpPr>
          <p:nvPr/>
        </p:nvSpPr>
        <p:spPr>
          <a:xfrm xmlns:a="http://schemas.openxmlformats.org/drawingml/2006/main">
            <a:off x="731520" y="246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p>
        </p:txBody>
      </p:sp>
      <p:sp>
        <p:nvSpPr>
          <p:cNvPr id="16" name="Text 14">
            <a:extLst xmlns:a="http://schemas.openxmlformats.org/drawingml/2006/main">
              <a:ext uri="{FF2B5EF4-FFF2-40B4-BE49-F238E27FC236}">
                <a16:creationId xmlns:a16="http://schemas.microsoft.com/office/drawing/2014/main" id="{D8935EAE-5E80-46B9-A22A-76B652D69F7E}"/>
              </a:ext>
            </a:extLst>
          </p:cNvPr>
          <p:cNvSpPr>
            <a:spLocks xmlns:a="http://schemas.openxmlformats.org/drawingml/2006/main" noGrp="1"/>
          </p:cNvSpPr>
          <p:nvPr/>
        </p:nvSpPr>
        <p:spPr>
          <a:xfrm xmlns:a="http://schemas.openxmlformats.org/drawingml/2006/main">
            <a:off x="1188720" y="2898648"/>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Download EU_SAE_520_w5l.zip (Assets)</a:t>
            </a:r>
          </a:p>
        </p:txBody>
      </p:sp>
      <p:sp>
        <p:nvSpPr>
          <p:cNvPr id="17" name="Shape 15">
            <a:extLst xmlns:a="http://schemas.openxmlformats.org/drawingml/2006/main">
              <a:ext uri="{FF2B5EF4-FFF2-40B4-BE49-F238E27FC236}">
                <a16:creationId xmlns:a16="http://schemas.microsoft.com/office/drawing/2014/main" id="{DE1CD747-C9B4-4E41-8608-FBA273524E15}"/>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8207EF5E-FD83-40F4-9DE7-B7D7F4FEB6EC}"/>
              </a:ext>
            </a:extLst>
          </p:cNvPr>
          <p:cNvSpPr>
            <a:spLocks xmlns:a="http://schemas.openxmlformats.org/drawingml/2006/main" noGrp="1"/>
          </p:cNvSpPr>
          <p:nvPr/>
        </p:nvSpPr>
        <p:spPr>
          <a:xfrm xmlns:a="http://schemas.openxmlformats.org/drawingml/2006/main">
            <a:off x="731520" y="293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p>
        </p:txBody>
      </p:sp>
      <p:sp>
        <p:nvSpPr>
          <p:cNvPr id="19" name="Shape 17">
            <a:extLst xmlns:a="http://schemas.openxmlformats.org/drawingml/2006/main">
              <a:ext uri="{FF2B5EF4-FFF2-40B4-BE49-F238E27FC236}">
                <a16:creationId xmlns:a16="http://schemas.microsoft.com/office/drawing/2014/main" id="{160173BD-0DE3-4108-A28E-A484AB295763}"/>
              </a:ext>
            </a:extLst>
          </p:cNvPr>
          <p:cNvSpPr>
            <a:spLocks xmlns:a="http://schemas.openxmlformats.org/drawingml/2006/main" noGrp="1"/>
          </p:cNvSpPr>
          <p:nvPr/>
        </p:nvSpPr>
        <p:spPr>
          <a:xfrm xmlns:a="http://schemas.openxmlformats.org/drawingml/2006/main">
            <a:off x="1190625" y="3419475"/>
            <a:ext cx="2809875" cy="6858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F7B7081-07D9-42E7-A11C-76FCA7D4950E}"/>
              </a:ext>
            </a:extLst>
          </p:cNvPr>
          <p:cNvSpPr>
            <a:spLocks xmlns:a="http://schemas.openxmlformats.org/drawingml/2006/main" noGrp="1"/>
          </p:cNvSpPr>
          <p:nvPr/>
        </p:nvSpPr>
        <p:spPr>
          <a:xfrm xmlns:a="http://schemas.openxmlformats.org/drawingml/2006/main">
            <a:off x="1285875" y="3457575"/>
            <a:ext cx="2619375"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Start_Here/</a:t>
            </a:r>
          </a:p>
          <a:p xmlns:a="http://schemas.openxmlformats.org/drawingml/2006/main">
            <a:pPr marL="0" indent="0">
              <a:buNone/>
            </a:pPr>
            <a:r>
              <a:rPr sz="1100">
                <a:solidFill>
                  <a:srgbClr val="CADCFC"/>
                </a:solidFill>
                <a:latin typeface="Consolas"/>
                <a:ea typeface="Consolas"/>
                <a:cs typeface="Consolas"/>
              </a:rPr>
              <a:t>Start_Wizard.bat  (Windows)</a:t>
            </a:r>
          </a:p>
          <a:p xmlns:a="http://schemas.openxmlformats.org/drawingml/2006/main">
            <a:pPr marL="0" indent="0">
              <a:buNone/>
            </a:pPr>
            <a:r>
              <a:rPr sz="1100">
                <a:solidFill>
                  <a:srgbClr val="CADCFC"/>
                </a:solidFill>
                <a:latin typeface="Consolas"/>
                <a:ea typeface="Consolas"/>
                <a:cs typeface="Consolas"/>
              </a:rPr>
              <a:t>Start_Wizard.command  (macOS)</a:t>
            </a:r>
          </a:p>
        </p:txBody>
      </p:sp>
      <p:sp>
        <p:nvSpPr>
          <p:cNvPr id="21" name="Shape 19">
            <a:extLst xmlns:a="http://schemas.openxmlformats.org/drawingml/2006/main">
              <a:ext uri="{FF2B5EF4-FFF2-40B4-BE49-F238E27FC236}">
                <a16:creationId xmlns:a16="http://schemas.microsoft.com/office/drawing/2014/main" id="{89FD7E51-F9A1-4B4B-9860-ADD637FB868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1DE19312-2B72-41D2-9699-937117F4EB48}"/>
              </a:ext>
            </a:extLst>
          </p:cNvPr>
          <p:cNvSpPr>
            <a:spLocks xmlns:a="http://schemas.openxmlformats.org/drawingml/2006/main" noGrp="1"/>
          </p:cNvSpPr>
          <p:nvPr/>
        </p:nvSpPr>
        <p:spPr>
          <a:xfrm xmlns:a="http://schemas.openxmlformats.org/drawingml/2006/main">
            <a:off x="731520" y="340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p>
        </p:txBody>
      </p:sp>
      <p:sp>
        <p:nvSpPr>
          <p:cNvPr id="24" name="Text 22">
            <a:extLst xmlns:a="http://schemas.openxmlformats.org/drawingml/2006/main">
              <a:ext uri="{FF2B5EF4-FFF2-40B4-BE49-F238E27FC236}">
                <a16:creationId xmlns:a16="http://schemas.microsoft.com/office/drawing/2014/main" id="{D394E440-5229-4320-81DC-625A63659753}"/>
              </a:ext>
            </a:extLst>
          </p:cNvPr>
          <p:cNvSpPr>
            <a:spLocks xmlns:a="http://schemas.openxmlformats.org/drawingml/2006/main" noGrp="1"/>
          </p:cNvSpPr>
          <p:nvPr/>
        </p:nvSpPr>
        <p:spPr>
          <a:xfrm xmlns:a="http://schemas.openxmlformats.org/drawingml/2006/main">
            <a:off x="1193292" y="2450592"/>
            <a:ext cx="2697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latin typeface="Calibri"/>
                <a:ea typeface="Calibri"/>
                <a:cs typeface="Calibri"/>
              </a:rPr>
              <a:t>Install R 4.2 or later</a:t>
            </a:r>
          </a:p>
        </p:txBody>
      </p:sp>
      <p:sp>
        <p:nvSpPr>
          <p:cNvPr id="101" name="Text 101">
            <a:extLst xmlns:a="http://schemas.openxmlformats.org/drawingml/2006/main">
              <a:ext uri="{FF2B5EF4-FFF2-40B4-BE49-F238E27FC236}">
                <a16:creationId xmlns:a16="http://schemas.microsoft.com/office/drawing/2014/main" id="{6C58BAC0-5459-45D9-9BC0-95316FE9F588}"/>
              </a:ext>
            </a:extLst>
          </p:cNvPr>
          <p:cNvSpPr>
            <a:spLocks xmlns:a="http://schemas.openxmlformats.org/drawingml/2006/main" noGrp="1"/>
          </p:cNvSpPr>
          <p:nvPr/>
        </p:nvSpPr>
        <p:spPr>
          <a:xfrm xmlns:a="http://schemas.openxmlformats.org/drawingml/2006/main">
            <a:off x="731520" y="387888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 </a:t>
            </a:r>
          </a:p>
        </p:txBody>
      </p:sp>
      <p:sp>
        <p:nvSpPr>
          <p:cNvPr id="102" name="Text 102">
            <a:extLst xmlns:a="http://schemas.openxmlformats.org/drawingml/2006/main">
              <a:ext uri="{FF2B5EF4-FFF2-40B4-BE49-F238E27FC236}">
                <a16:creationId xmlns:a16="http://schemas.microsoft.com/office/drawing/2014/main" id="{F828A54E-EDB9-439A-92C1-18F27883ABC6}"/>
              </a:ext>
            </a:extLst>
          </p:cNvPr>
          <p:cNvSpPr>
            <a:spLocks xmlns:a="http://schemas.openxmlformats.org/drawingml/2006/main" noGrp="1"/>
          </p:cNvSpPr>
          <p:nvPr/>
        </p:nvSpPr>
        <p:spPr>
          <a:xfrm xmlns:a="http://schemas.openxmlformats.org/drawingml/2006/main">
            <a:off x="1216152" y="3833160"/>
            <a:ext cx="2788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F1E3F"/>
                </a:solidFill>
                <a:latin typeface="Calibri"/>
                <a:ea typeface="Calibri"/>
                <a:cs typeface="Calibri"/>
              </a:rPr>
              <a:t> </a:t>
            </a:r>
          </a:p>
        </p:txBody>
      </p:sp>
      <p:sp>
        <p:nvSpPr>
          <p:cNvPr id="25" name="Text 23">
            <a:extLst xmlns:a="http://schemas.openxmlformats.org/drawingml/2006/main">
              <a:ext uri="{FF2B5EF4-FFF2-40B4-BE49-F238E27FC236}">
                <a16:creationId xmlns:a16="http://schemas.microsoft.com/office/drawing/2014/main" id="{9F1E9BD7-B0DF-41DC-99AE-8D75896485FD}"/>
              </a:ext>
            </a:extLst>
          </p:cNvPr>
          <p:cNvSpPr>
            <a:spLocks xmlns:a="http://schemas.openxmlformats.org/drawingml/2006/main" noGrp="1"/>
          </p:cNvSpPr>
          <p:nvPr/>
        </p:nvSpPr>
        <p:spPr>
          <a:xfrm xmlns:a="http://schemas.openxmlformats.org/drawingml/2006/main">
            <a:off x="4206240" y="2674620"/>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2EB872"/>
                </a:solidFill>
                <a:latin typeface="Arial"/>
                <a:ea typeface="Arial"/>
                <a:cs typeface="Arial"/>
              </a:rPr>
              <a:t>→</a:t>
            </a:r>
          </a:p>
        </p:txBody>
      </p:sp>
      <p:sp>
        <p:nvSpPr>
          <p:cNvPr id="26" name="Shape 24">
            <a:extLst xmlns:a="http://schemas.openxmlformats.org/drawingml/2006/main">
              <a:ext uri="{FF2B5EF4-FFF2-40B4-BE49-F238E27FC236}">
                <a16:creationId xmlns:a16="http://schemas.microsoft.com/office/drawing/2014/main" id="{2D5A509A-C2A1-4A5A-96AA-BDE3ABFC2AEF}"/>
              </a:ext>
            </a:extLst>
          </p:cNvPr>
          <p:cNvSpPr>
            <a:spLocks xmlns:a="http://schemas.openxmlformats.org/drawingml/2006/main" noGrp="1"/>
          </p:cNvSpPr>
          <p:nvPr/>
        </p:nvSpPr>
        <p:spPr>
          <a:xfrm xmlns:a="http://schemas.openxmlformats.org/drawingml/2006/main">
            <a:off x="4617720" y="1554480"/>
            <a:ext cx="4023360" cy="27889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236E1A2E-95F7-4AB6-A880-FCF7206F4083}"/>
              </a:ext>
            </a:extLst>
          </p:cNvPr>
          <p:cNvSpPr>
            <a:spLocks xmlns:a="http://schemas.openxmlformats.org/drawingml/2006/main" noGrp="1"/>
          </p:cNvSpPr>
          <p:nvPr/>
        </p:nvSpPr>
        <p:spPr>
          <a:xfrm xmlns:a="http://schemas.openxmlformats.org/drawingml/2006/main">
            <a:off x="4617720" y="1554480"/>
            <a:ext cx="54864" cy="2788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45434756-2715-4CD7-BAE8-6843FCC18637}"/>
              </a:ext>
            </a:extLst>
          </p:cNvPr>
          <p:cNvSpPr>
            <a:spLocks xmlns:a="http://schemas.openxmlformats.org/drawingml/2006/main" noGrp="1"/>
          </p:cNvSpPr>
          <p:nvPr/>
        </p:nvSpPr>
        <p:spPr>
          <a:xfrm xmlns:a="http://schemas.openxmlformats.org/drawingml/2006/main">
            <a:off x="4846320" y="1719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IN THE APP  ·  EVERY RUN</a:t>
            </a:r>
          </a:p>
        </p:txBody>
      </p:sp>
      <p:sp>
        <p:nvSpPr>
          <p:cNvPr id="29" name="Text 27">
            <a:extLst xmlns:a="http://schemas.openxmlformats.org/drawingml/2006/main">
              <a:ext uri="{FF2B5EF4-FFF2-40B4-BE49-F238E27FC236}">
                <a16:creationId xmlns:a16="http://schemas.microsoft.com/office/drawing/2014/main" id="{512D63FD-3F6B-4B38-AD6C-AA840E58AEAD}"/>
              </a:ext>
            </a:extLst>
          </p:cNvPr>
          <p:cNvSpPr>
            <a:spLocks xmlns:a="http://schemas.openxmlformats.org/drawingml/2006/main" noGrp="1"/>
          </p:cNvSpPr>
          <p:nvPr/>
        </p:nvSpPr>
        <p:spPr>
          <a:xfrm xmlns:a="http://schemas.openxmlformats.org/drawingml/2006/main">
            <a:off x="4846320" y="1975104"/>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43578A"/>
                </a:solidFill>
                <a:latin typeface="Calibri"/>
                <a:ea typeface="Calibri"/>
                <a:cs typeface="Calibri"/>
              </a:rPr>
              <a:t>Work through the six steps, then check and run.</a:t>
            </a:r>
          </a:p>
        </p:txBody>
      </p:sp>
      <p:sp>
        <p:nvSpPr>
          <p:cNvPr id="30" name="Shape 28">
            <a:extLst xmlns:a="http://schemas.openxmlformats.org/drawingml/2006/main">
              <a:ext uri="{FF2B5EF4-FFF2-40B4-BE49-F238E27FC236}">
                <a16:creationId xmlns:a16="http://schemas.microsoft.com/office/drawing/2014/main" id="{DDA4B28E-4116-495B-8BFB-AC9D4AC7E2EE}"/>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6C5FC15F-7A8A-426E-A580-34B7EE400E4F}"/>
              </a:ext>
            </a:extLst>
          </p:cNvPr>
          <p:cNvSpPr>
            <a:spLocks xmlns:a="http://schemas.openxmlformats.org/drawingml/2006/main" noGrp="1"/>
          </p:cNvSpPr>
          <p:nvPr/>
        </p:nvSpPr>
        <p:spPr>
          <a:xfrm xmlns:a="http://schemas.openxmlformats.org/drawingml/2006/main">
            <a:off x="4846320" y="232257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1</a:t>
            </a:r>
          </a:p>
        </p:txBody>
      </p:sp>
      <p:sp>
        <p:nvSpPr>
          <p:cNvPr id="32" name="Text 30">
            <a:extLst xmlns:a="http://schemas.openxmlformats.org/drawingml/2006/main">
              <a:ext uri="{FF2B5EF4-FFF2-40B4-BE49-F238E27FC236}">
                <a16:creationId xmlns:a16="http://schemas.microsoft.com/office/drawing/2014/main" id="{1E93685C-6A3F-4A7C-9866-0A4D8150B74F}"/>
              </a:ext>
            </a:extLst>
          </p:cNvPr>
          <p:cNvSpPr>
            <a:spLocks xmlns:a="http://schemas.openxmlformats.org/drawingml/2006/main" noGrp="1"/>
          </p:cNvSpPr>
          <p:nvPr/>
        </p:nvSpPr>
        <p:spPr>
          <a:xfrm xmlns:a="http://schemas.openxmlformats.org/drawingml/2006/main">
            <a:off x="5212080" y="228600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Step 1 · Data</a:t>
            </a:r>
          </a:p>
        </p:txBody>
      </p:sp>
      <p:sp>
        <p:nvSpPr>
          <p:cNvPr id="33" name="Text 31">
            <a:extLst xmlns:a="http://schemas.openxmlformats.org/drawingml/2006/main">
              <a:ext uri="{FF2B5EF4-FFF2-40B4-BE49-F238E27FC236}">
                <a16:creationId xmlns:a16="http://schemas.microsoft.com/office/drawing/2014/main" id="{D762EF1B-79E0-48A3-87D9-575F6FA09C0F}"/>
              </a:ext>
            </a:extLst>
          </p:cNvPr>
          <p:cNvSpPr>
            <a:spLocks xmlns:a="http://schemas.openxmlformats.org/drawingml/2006/main" noGrp="1"/>
          </p:cNvSpPr>
          <p:nvPr/>
        </p:nvSpPr>
        <p:spPr>
          <a:xfrm xmlns:a="http://schemas.openxmlformats.org/drawingml/2006/main">
            <a:off x="5212080" y="243230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two survey years; survey, auxiliary and geometry files</a:t>
            </a:r>
          </a:p>
        </p:txBody>
      </p:sp>
      <p:sp>
        <p:nvSpPr>
          <p:cNvPr id="34" name="Shape 32">
            <a:extLst xmlns:a="http://schemas.openxmlformats.org/drawingml/2006/main">
              <a:ext uri="{FF2B5EF4-FFF2-40B4-BE49-F238E27FC236}">
                <a16:creationId xmlns:a16="http://schemas.microsoft.com/office/drawing/2014/main" id="{54B24186-CD2F-4B24-92CF-E75A9E8F6964}"/>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33">
            <a:extLst xmlns:a="http://schemas.openxmlformats.org/drawingml/2006/main">
              <a:ext uri="{FF2B5EF4-FFF2-40B4-BE49-F238E27FC236}">
                <a16:creationId xmlns:a16="http://schemas.microsoft.com/office/drawing/2014/main" id="{43D696E2-90E5-4B54-ADCD-5616891D49AE}"/>
              </a:ext>
            </a:extLst>
          </p:cNvPr>
          <p:cNvSpPr>
            <a:spLocks xmlns:a="http://schemas.openxmlformats.org/drawingml/2006/main" noGrp="1"/>
          </p:cNvSpPr>
          <p:nvPr/>
        </p:nvSpPr>
        <p:spPr>
          <a:xfrm xmlns:a="http://schemas.openxmlformats.org/drawingml/2006/main">
            <a:off x="4846320" y="261518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2</a:t>
            </a:r>
          </a:p>
        </p:txBody>
      </p:sp>
      <p:sp>
        <p:nvSpPr>
          <p:cNvPr id="36" name="Text 34">
            <a:extLst xmlns:a="http://schemas.openxmlformats.org/drawingml/2006/main">
              <a:ext uri="{FF2B5EF4-FFF2-40B4-BE49-F238E27FC236}">
                <a16:creationId xmlns:a16="http://schemas.microsoft.com/office/drawing/2014/main" id="{59F03212-E09B-425D-AEF9-39E54B7E02E0}"/>
              </a:ext>
            </a:extLst>
          </p:cNvPr>
          <p:cNvSpPr>
            <a:spLocks xmlns:a="http://schemas.openxmlformats.org/drawingml/2006/main" noGrp="1"/>
          </p:cNvSpPr>
          <p:nvPr/>
        </p:nvSpPr>
        <p:spPr>
          <a:xfrm xmlns:a="http://schemas.openxmlformats.org/drawingml/2006/main">
            <a:off x="5212080" y="257860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Step 2 · Mapping</a:t>
            </a:r>
          </a:p>
        </p:txBody>
      </p:sp>
      <p:sp>
        <p:nvSpPr>
          <p:cNvPr id="37" name="Text 35">
            <a:extLst xmlns:a="http://schemas.openxmlformats.org/drawingml/2006/main">
              <a:ext uri="{FF2B5EF4-FFF2-40B4-BE49-F238E27FC236}">
                <a16:creationId xmlns:a16="http://schemas.microsoft.com/office/drawing/2014/main" id="{8E2661E3-A58F-4502-B27D-A48CC96F0C18}"/>
              </a:ext>
            </a:extLst>
          </p:cNvPr>
          <p:cNvSpPr>
            <a:spLocks xmlns:a="http://schemas.openxmlformats.org/drawingml/2006/main" noGrp="1"/>
          </p:cNvSpPr>
          <p:nvPr/>
        </p:nvSpPr>
        <p:spPr>
          <a:xfrm xmlns:a="http://schemas.openxmlformats.org/drawingml/2006/main">
            <a:off x="5212080" y="272491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year, domain, PSU, weight, household size, welfare</a:t>
            </a:r>
          </a:p>
        </p:txBody>
      </p:sp>
      <p:sp>
        <p:nvSpPr>
          <p:cNvPr id="38" name="Shape 36">
            <a:extLst xmlns:a="http://schemas.openxmlformats.org/drawingml/2006/main">
              <a:ext uri="{FF2B5EF4-FFF2-40B4-BE49-F238E27FC236}">
                <a16:creationId xmlns:a16="http://schemas.microsoft.com/office/drawing/2014/main" id="{BA2707C9-5EB5-4149-A369-49194ADBD98A}"/>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E0CFABB1-61F7-4DB0-BD28-6AC2D0D9C395}"/>
              </a:ext>
            </a:extLst>
          </p:cNvPr>
          <p:cNvSpPr>
            <a:spLocks xmlns:a="http://schemas.openxmlformats.org/drawingml/2006/main" noGrp="1"/>
          </p:cNvSpPr>
          <p:nvPr/>
        </p:nvSpPr>
        <p:spPr>
          <a:xfrm xmlns:a="http://schemas.openxmlformats.org/drawingml/2006/main">
            <a:off x="4846320" y="2907792"/>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3</a:t>
            </a:r>
          </a:p>
        </p:txBody>
      </p:sp>
      <p:sp>
        <p:nvSpPr>
          <p:cNvPr id="40" name="Text 38">
            <a:extLst xmlns:a="http://schemas.openxmlformats.org/drawingml/2006/main">
              <a:ext uri="{FF2B5EF4-FFF2-40B4-BE49-F238E27FC236}">
                <a16:creationId xmlns:a16="http://schemas.microsoft.com/office/drawing/2014/main" id="{E1AD94D1-BAC4-402B-A770-16C4CD76E760}"/>
              </a:ext>
            </a:extLst>
          </p:cNvPr>
          <p:cNvSpPr>
            <a:spLocks xmlns:a="http://schemas.openxmlformats.org/drawingml/2006/main" noGrp="1"/>
          </p:cNvSpPr>
          <p:nvPr/>
        </p:nvSpPr>
        <p:spPr>
          <a:xfrm xmlns:a="http://schemas.openxmlformats.org/drawingml/2006/main">
            <a:off x="5212080" y="2871216"/>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Step 3 · Indicator</a:t>
            </a:r>
          </a:p>
        </p:txBody>
      </p:sp>
      <p:sp>
        <p:nvSpPr>
          <p:cNvPr id="41" name="Text 39">
            <a:extLst xmlns:a="http://schemas.openxmlformats.org/drawingml/2006/main">
              <a:ext uri="{FF2B5EF4-FFF2-40B4-BE49-F238E27FC236}">
                <a16:creationId xmlns:a16="http://schemas.microsoft.com/office/drawing/2014/main" id="{8E894925-B505-43C0-9B78-2071777A3711}"/>
              </a:ext>
            </a:extLst>
          </p:cNvPr>
          <p:cNvSpPr>
            <a:spLocks xmlns:a="http://schemas.openxmlformats.org/drawingml/2006/main" noGrp="1"/>
          </p:cNvSpPr>
          <p:nvPr/>
        </p:nvSpPr>
        <p:spPr>
          <a:xfrm xmlns:a="http://schemas.openxmlformats.org/drawingml/2006/main">
            <a:off x="5212080" y="3017520"/>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Poverty FGT(0) + poverty line, or Mean welfare + prices</a:t>
            </a:r>
          </a:p>
        </p:txBody>
      </p:sp>
      <p:sp>
        <p:nvSpPr>
          <p:cNvPr id="42" name="Shape 40">
            <a:extLst xmlns:a="http://schemas.openxmlformats.org/drawingml/2006/main">
              <a:ext uri="{FF2B5EF4-FFF2-40B4-BE49-F238E27FC236}">
                <a16:creationId xmlns:a16="http://schemas.microsoft.com/office/drawing/2014/main" id="{FBF4FAB5-ABAF-4CB8-9736-E2448BF85E04}"/>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Text 41">
            <a:extLst xmlns:a="http://schemas.openxmlformats.org/drawingml/2006/main">
              <a:ext uri="{FF2B5EF4-FFF2-40B4-BE49-F238E27FC236}">
                <a16:creationId xmlns:a16="http://schemas.microsoft.com/office/drawing/2014/main" id="{6CD350C1-8DD0-4AE8-B881-7F08CFF0337F}"/>
              </a:ext>
            </a:extLst>
          </p:cNvPr>
          <p:cNvSpPr>
            <a:spLocks xmlns:a="http://schemas.openxmlformats.org/drawingml/2006/main" noGrp="1"/>
          </p:cNvSpPr>
          <p:nvPr/>
        </p:nvSpPr>
        <p:spPr>
          <a:xfrm xmlns:a="http://schemas.openxmlformats.org/drawingml/2006/main">
            <a:off x="4846320" y="3200400"/>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4</a:t>
            </a:r>
          </a:p>
        </p:txBody>
      </p:sp>
      <p:sp>
        <p:nvSpPr>
          <p:cNvPr id="44" name="Text 42">
            <a:extLst xmlns:a="http://schemas.openxmlformats.org/drawingml/2006/main">
              <a:ext uri="{FF2B5EF4-FFF2-40B4-BE49-F238E27FC236}">
                <a16:creationId xmlns:a16="http://schemas.microsoft.com/office/drawing/2014/main" id="{DEBDA24D-E1EA-467F-9348-186E76FA4338}"/>
              </a:ext>
            </a:extLst>
          </p:cNvPr>
          <p:cNvSpPr>
            <a:spLocks xmlns:a="http://schemas.openxmlformats.org/drawingml/2006/main" noGrp="1"/>
          </p:cNvSpPr>
          <p:nvPr/>
        </p:nvSpPr>
        <p:spPr>
          <a:xfrm xmlns:a="http://schemas.openxmlformats.org/drawingml/2006/main">
            <a:off x="5212080" y="3163824"/>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Step 4 · Models</a:t>
            </a:r>
          </a:p>
        </p:txBody>
      </p:sp>
      <p:sp>
        <p:nvSpPr>
          <p:cNvPr id="45" name="Text 43">
            <a:extLst xmlns:a="http://schemas.openxmlformats.org/drawingml/2006/main">
              <a:ext uri="{FF2B5EF4-FFF2-40B4-BE49-F238E27FC236}">
                <a16:creationId xmlns:a16="http://schemas.microsoft.com/office/drawing/2014/main" id="{2D1C778E-C4FE-4567-BDD8-66E4B0ACAF17}"/>
              </a:ext>
            </a:extLst>
          </p:cNvPr>
          <p:cNvSpPr>
            <a:spLocks xmlns:a="http://schemas.openxmlformats.org/drawingml/2006/main" noGrp="1"/>
          </p:cNvSpPr>
          <p:nvPr/>
        </p:nvSpPr>
        <p:spPr>
          <a:xfrm xmlns:a="http://schemas.openxmlformats.org/drawingml/2006/main">
            <a:off x="5212080" y="3310128"/>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keep defaults; check covariates and PSU consistency</a:t>
            </a:r>
          </a:p>
        </p:txBody>
      </p:sp>
      <p:sp>
        <p:nvSpPr>
          <p:cNvPr id="46" name="Shape 44">
            <a:extLst xmlns:a="http://schemas.openxmlformats.org/drawingml/2006/main">
              <a:ext uri="{FF2B5EF4-FFF2-40B4-BE49-F238E27FC236}">
                <a16:creationId xmlns:a16="http://schemas.microsoft.com/office/drawing/2014/main" id="{8B51FA3E-ACA9-4FEC-B74A-1CBF96A78C2E}"/>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ellipse">
            <a:avLst/>
          </a:prstGeom>
          <a:solidFill xmlns:a="http://schemas.openxmlformats.org/drawingml/2006/main">
            <a:srgbClr val="7A8CAE"/>
          </a:solidFill>
          <a:ln xmlns:a="http://schemas.openxmlformats.org/drawingml/2006/main" w="12700">
            <a:solidFill>
              <a:srgbClr val="7A8CAE"/>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Text 45">
            <a:extLst xmlns:a="http://schemas.openxmlformats.org/drawingml/2006/main">
              <a:ext uri="{FF2B5EF4-FFF2-40B4-BE49-F238E27FC236}">
                <a16:creationId xmlns:a16="http://schemas.microsoft.com/office/drawing/2014/main" id="{0975E08E-B0A3-4383-BD69-B6981223A0B8}"/>
              </a:ext>
            </a:extLst>
          </p:cNvPr>
          <p:cNvSpPr>
            <a:spLocks xmlns:a="http://schemas.openxmlformats.org/drawingml/2006/main" noGrp="1"/>
          </p:cNvSpPr>
          <p:nvPr/>
        </p:nvSpPr>
        <p:spPr>
          <a:xfrm xmlns:a="http://schemas.openxmlformats.org/drawingml/2006/main">
            <a:off x="4846320" y="3493008"/>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5</a:t>
            </a:r>
          </a:p>
        </p:txBody>
      </p:sp>
      <p:sp>
        <p:nvSpPr>
          <p:cNvPr id="48" name="Text 46">
            <a:extLst xmlns:a="http://schemas.openxmlformats.org/drawingml/2006/main">
              <a:ext uri="{FF2B5EF4-FFF2-40B4-BE49-F238E27FC236}">
                <a16:creationId xmlns:a16="http://schemas.microsoft.com/office/drawing/2014/main" id="{4EE53A1E-51E4-4DDD-B668-C46BD0D9D2B7}"/>
              </a:ext>
            </a:extLst>
          </p:cNvPr>
          <p:cNvSpPr>
            <a:spLocks xmlns:a="http://schemas.openxmlformats.org/drawingml/2006/main" noGrp="1"/>
          </p:cNvSpPr>
          <p:nvPr/>
        </p:nvSpPr>
        <p:spPr>
          <a:xfrm xmlns:a="http://schemas.openxmlformats.org/drawingml/2006/main">
            <a:off x="5212080" y="3456432"/>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i="1">
                <a:solidFill>
                  <a:srgbClr val="43578A"/>
                </a:solidFill>
                <a:latin typeface="Calibri"/>
                <a:ea typeface="Calibri"/>
                <a:cs typeface="Calibri"/>
              </a:rPr>
              <a:t>Step 5 · AI Assistant (optional)</a:t>
            </a:r>
          </a:p>
        </p:txBody>
      </p:sp>
      <p:sp>
        <p:nvSpPr>
          <p:cNvPr id="49" name="Text 47">
            <a:extLst xmlns:a="http://schemas.openxmlformats.org/drawingml/2006/main">
              <a:ext uri="{FF2B5EF4-FFF2-40B4-BE49-F238E27FC236}">
                <a16:creationId xmlns:a16="http://schemas.microsoft.com/office/drawing/2014/main" id="{C81C3617-FBC0-45BF-AF81-0D2EC2479D7E}"/>
              </a:ext>
            </a:extLst>
          </p:cNvPr>
          <p:cNvSpPr>
            <a:spLocks xmlns:a="http://schemas.openxmlformats.org/drawingml/2006/main" noGrp="1"/>
          </p:cNvSpPr>
          <p:nvPr/>
        </p:nvSpPr>
        <p:spPr>
          <a:xfrm xmlns:a="http://schemas.openxmlformats.org/drawingml/2006/main">
            <a:off x="5212080" y="3602736"/>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both consent boxes, key, language</a:t>
            </a:r>
          </a:p>
        </p:txBody>
      </p:sp>
      <p:sp>
        <p:nvSpPr>
          <p:cNvPr id="50" name="Shape 48">
            <a:extLst xmlns:a="http://schemas.openxmlformats.org/drawingml/2006/main">
              <a:ext uri="{FF2B5EF4-FFF2-40B4-BE49-F238E27FC236}">
                <a16:creationId xmlns:a16="http://schemas.microsoft.com/office/drawing/2014/main" id="{EA8AF779-436C-4723-BC31-0BDCB3DD1930}"/>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Text 49">
            <a:extLst xmlns:a="http://schemas.openxmlformats.org/drawingml/2006/main">
              <a:ext uri="{FF2B5EF4-FFF2-40B4-BE49-F238E27FC236}">
                <a16:creationId xmlns:a16="http://schemas.microsoft.com/office/drawing/2014/main" id="{6E1A239F-E1C1-4F52-8DAA-93FEEF99EB7C}"/>
              </a:ext>
            </a:extLst>
          </p:cNvPr>
          <p:cNvSpPr>
            <a:spLocks xmlns:a="http://schemas.openxmlformats.org/drawingml/2006/main" noGrp="1"/>
          </p:cNvSpPr>
          <p:nvPr/>
        </p:nvSpPr>
        <p:spPr>
          <a:xfrm xmlns:a="http://schemas.openxmlformats.org/drawingml/2006/main">
            <a:off x="4846320" y="3785616"/>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6</a:t>
            </a:r>
          </a:p>
        </p:txBody>
      </p:sp>
      <p:sp>
        <p:nvSpPr>
          <p:cNvPr id="52" name="Text 50">
            <a:extLst xmlns:a="http://schemas.openxmlformats.org/drawingml/2006/main">
              <a:ext uri="{FF2B5EF4-FFF2-40B4-BE49-F238E27FC236}">
                <a16:creationId xmlns:a16="http://schemas.microsoft.com/office/drawing/2014/main" id="{2CBED9E1-2214-4398-A60F-9A5533D9F7CE}"/>
              </a:ext>
            </a:extLst>
          </p:cNvPr>
          <p:cNvSpPr>
            <a:spLocks xmlns:a="http://schemas.openxmlformats.org/drawingml/2006/main" noGrp="1"/>
          </p:cNvSpPr>
          <p:nvPr/>
        </p:nvSpPr>
        <p:spPr>
          <a:xfrm xmlns:a="http://schemas.openxmlformats.org/drawingml/2006/main">
            <a:off x="5212080" y="3749040"/>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Step 6 · Check Data Readiness</a:t>
            </a:r>
          </a:p>
        </p:txBody>
      </p:sp>
      <p:sp>
        <p:nvSpPr>
          <p:cNvPr id="53" name="Text 51">
            <a:extLst xmlns:a="http://schemas.openxmlformats.org/drawingml/2006/main">
              <a:ext uri="{FF2B5EF4-FFF2-40B4-BE49-F238E27FC236}">
                <a16:creationId xmlns:a16="http://schemas.microsoft.com/office/drawing/2014/main" id="{2AE7A36D-8EED-4B39-ADF9-EC3CEDB9916C}"/>
              </a:ext>
            </a:extLst>
          </p:cNvPr>
          <p:cNvSpPr>
            <a:spLocks xmlns:a="http://schemas.openxmlformats.org/drawingml/2006/main" noGrp="1"/>
          </p:cNvSpPr>
          <p:nvPr/>
        </p:nvSpPr>
        <p:spPr>
          <a:xfrm xmlns:a="http://schemas.openxmlformats.org/drawingml/2006/main">
            <a:off x="5212080" y="3895344"/>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fix any ERROR, then click Run Analysis</a:t>
            </a:r>
          </a:p>
        </p:txBody>
      </p:sp>
      <p:sp>
        <p:nvSpPr>
          <p:cNvPr id="54" name="Shape 52">
            <a:extLst xmlns:a="http://schemas.openxmlformats.org/drawingml/2006/main">
              <a:ext uri="{FF2B5EF4-FFF2-40B4-BE49-F238E27FC236}">
                <a16:creationId xmlns:a16="http://schemas.microsoft.com/office/drawing/2014/main" id="{CF972FD1-D56C-4104-99E0-BF6F9980727B}"/>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Text 53">
            <a:extLst xmlns:a="http://schemas.openxmlformats.org/drawingml/2006/main">
              <a:ext uri="{FF2B5EF4-FFF2-40B4-BE49-F238E27FC236}">
                <a16:creationId xmlns:a16="http://schemas.microsoft.com/office/drawing/2014/main" id="{A115C235-0BCB-4836-91ED-5055979E5611}"/>
              </a:ext>
            </a:extLst>
          </p:cNvPr>
          <p:cNvSpPr>
            <a:spLocks xmlns:a="http://schemas.openxmlformats.org/drawingml/2006/main" noGrp="1"/>
          </p:cNvSpPr>
          <p:nvPr/>
        </p:nvSpPr>
        <p:spPr>
          <a:xfrm xmlns:a="http://schemas.openxmlformats.org/drawingml/2006/main">
            <a:off x="4846320" y="4078224"/>
            <a:ext cx="2560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ea typeface="Calibri"/>
                <a:cs typeface="Calibri"/>
              </a:rPr>
              <a:t>7</a:t>
            </a:r>
          </a:p>
        </p:txBody>
      </p:sp>
      <p:sp>
        <p:nvSpPr>
          <p:cNvPr id="56" name="Text 54">
            <a:extLst xmlns:a="http://schemas.openxmlformats.org/drawingml/2006/main">
              <a:ext uri="{FF2B5EF4-FFF2-40B4-BE49-F238E27FC236}">
                <a16:creationId xmlns:a16="http://schemas.microsoft.com/office/drawing/2014/main" id="{4127F04B-16EB-4256-A149-5C9F2480C815}"/>
              </a:ext>
            </a:extLst>
          </p:cNvPr>
          <p:cNvSpPr>
            <a:spLocks xmlns:a="http://schemas.openxmlformats.org/drawingml/2006/main" noGrp="1"/>
          </p:cNvSpPr>
          <p:nvPr/>
        </p:nvSpPr>
        <p:spPr>
          <a:xfrm xmlns:a="http://schemas.openxmlformats.org/drawingml/2006/main">
            <a:off x="5212080" y="4041648"/>
            <a:ext cx="3291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alibri"/>
                <a:ea typeface="Calibri"/>
                <a:cs typeface="Calibri"/>
              </a:rPr>
              <a:t>Read the results</a:t>
            </a:r>
          </a:p>
        </p:txBody>
      </p:sp>
      <p:sp>
        <p:nvSpPr>
          <p:cNvPr id="57" name="Text 55">
            <a:extLst xmlns:a="http://schemas.openxmlformats.org/drawingml/2006/main">
              <a:ext uri="{FF2B5EF4-FFF2-40B4-BE49-F238E27FC236}">
                <a16:creationId xmlns:a16="http://schemas.microsoft.com/office/drawing/2014/main" id="{9C04FC67-625B-4E74-8F1A-DA32C4896DC9}"/>
              </a:ext>
            </a:extLst>
          </p:cNvPr>
          <p:cNvSpPr>
            <a:spLocks xmlns:a="http://schemas.openxmlformats.org/drawingml/2006/main" noGrp="1"/>
          </p:cNvSpPr>
          <p:nvPr/>
        </p:nvSpPr>
        <p:spPr>
          <a:xfrm xmlns:a="http://schemas.openxmlformats.org/drawingml/2006/main">
            <a:off x="5212080" y="4187952"/>
            <a:ext cx="329184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outputs/final_report.html; a copy in app_runs/</a:t>
            </a:r>
          </a:p>
        </p:txBody>
      </p:sp>
      <p:sp>
        <p:nvSpPr>
          <p:cNvPr id="58" name="Shape 56">
            <a:extLst xmlns:a="http://schemas.openxmlformats.org/drawingml/2006/main">
              <a:ext uri="{FF2B5EF4-FFF2-40B4-BE49-F238E27FC236}">
                <a16:creationId xmlns:a16="http://schemas.microsoft.com/office/drawing/2014/main" id="{CCA6D316-A456-44F8-84FB-C3A9746D3959}"/>
              </a:ext>
            </a:extLst>
          </p:cNvPr>
          <p:cNvSpPr>
            <a:spLocks xmlns:a="http://schemas.openxmlformats.org/drawingml/2006/main" noGrp="1"/>
          </p:cNvSpPr>
          <p:nvPr/>
        </p:nvSpPr>
        <p:spPr>
          <a:xfrm xmlns:a="http://schemas.openxmlformats.org/drawingml/2006/main">
            <a:off x="502920" y="4416552"/>
            <a:ext cx="8138160" cy="310896"/>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2" name="Image 0"/>
          <p:cNvPicPr>
            <a:picLocks xmlns:a="http://schemas.openxmlformats.org/drawingml/2006/main" noChangeAspect="1"/>
          </p:cNvPicPr>
          <p:nvPr/>
        </p:nvPicPr>
        <p:blipFill>
          <a:blip xmlns:r="http://schemas.openxmlformats.org/officeDocument/2006/relationships" xmlns:a="http://schemas.openxmlformats.org/drawingml/2006/main" r:embed="R3136448b999a44d6"/>
          <a:stretch xmlns:a="http://schemas.openxmlformats.org/drawingml/2006/main">
            <a:fillRect l="0" t="0" r="0" b="0"/>
          </a:stretch>
        </p:blipFill>
        <p:spPr>
          <a:xfrm xmlns:a="http://schemas.openxmlformats.org/drawingml/2006/main">
            <a:off x="640080" y="4471416"/>
            <a:ext cx="201168" cy="201168"/>
          </a:xfrm>
          <a:prstGeom xmlns:a="http://schemas.openxmlformats.org/drawingml/2006/main" prst="rect">
            <a:avLst/>
          </a:prstGeom>
        </p:spPr>
      </p:pic>
      <p:sp>
        <p:nvSpPr>
          <p:cNvPr id="60" name="Text 57">
            <a:extLst xmlns:a="http://schemas.openxmlformats.org/drawingml/2006/main">
              <a:ext uri="{FF2B5EF4-FFF2-40B4-BE49-F238E27FC236}">
                <a16:creationId xmlns:a16="http://schemas.microsoft.com/office/drawing/2014/main" id="{1521F494-2021-4A54-A93F-153B084BF39E}"/>
              </a:ext>
            </a:extLst>
          </p:cNvPr>
          <p:cNvSpPr>
            <a:spLocks xmlns:a="http://schemas.openxmlformats.org/drawingml/2006/main" noGrp="1"/>
          </p:cNvSpPr>
          <p:nvPr/>
        </p:nvSpPr>
        <p:spPr>
          <a:xfrm xmlns:a="http://schemas.openxmlformats.org/drawingml/2006/main">
            <a:off x="914400" y="4416552"/>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That's it.  </a:t>
            </a:r>
            <a:r>
              <a:rPr sz="1050">
                <a:solidFill>
                  <a:srgbClr val="0F1E3F"/>
                </a:solidFill>
                <a:latin typeface="Calibri"/>
                <a:ea typeface="Calibri"/>
                <a:cs typeface="Calibri"/>
              </a:rPr>
              <a:t>Current outputs go to outputs/. A saved copy is archived under app_runs/&lt;timestamp&gt;_&lt;run_label&gt;/outputs.</a:t>
            </a:r>
          </a:p>
        </p:txBody>
      </p:sp>
    </p:spTree>
    <p:extLst>
      <p:ext uri="{BB962C8B-B14F-4D97-AF65-F5344CB8AC3E}">
        <p14:creationId xmlns:p14="http://schemas.microsoft.com/office/powerpoint/2010/main" val="696178688"/>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b07b79eab33c434e"/>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12D8E63-4DBB-42BA-A20E-331196A157DA}"/>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01</a:t>
            </a:r>
          </a:p>
        </p:txBody>
      </p:sp>
      <p:sp>
        <p:nvSpPr>
          <p:cNvPr id="4" name="Shape 1">
            <a:extLst xmlns:a="http://schemas.openxmlformats.org/drawingml/2006/main">
              <a:ext uri="{FF2B5EF4-FFF2-40B4-BE49-F238E27FC236}">
                <a16:creationId xmlns:a16="http://schemas.microsoft.com/office/drawing/2014/main" id="{E7EBAFCE-DAD1-43F3-88DF-A20602EA5293}"/>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1C56F2C-F673-48AD-A92F-C987783CA251}"/>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Setting up</a:t>
            </a:r>
          </a:p>
          <a:p xmlns:a="http://schemas.openxmlformats.org/drawingml/2006/main">
            <a:pPr marL="0" indent="0">
              <a:buNone/>
            </a:pPr>
            <a:r>
              <a:rPr sz="3800" b="1">
                <a:solidFill>
                  <a:srgbClr val="FFFFFF"/>
                </a:solidFill>
                <a:latin typeface="Calibri"/>
                <a:ea typeface="Calibri"/>
                <a:cs typeface="Calibri"/>
              </a:rPr>
              <a:t>your computer</a:t>
            </a:r>
          </a:p>
        </p:txBody>
      </p:sp>
      <p:sp>
        <p:nvSpPr>
          <p:cNvPr id="6" name="Text 3">
            <a:extLst xmlns:a="http://schemas.openxmlformats.org/drawingml/2006/main">
              <a:ext uri="{FF2B5EF4-FFF2-40B4-BE49-F238E27FC236}">
                <a16:creationId xmlns:a16="http://schemas.microsoft.com/office/drawing/2014/main" id="{DA165F8C-3CAD-47A7-94BB-93FD4D9EB3CE}"/>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xmlns:a="http://schemas.openxmlformats.org/drawingml/2006/main">
              <a:ext uri="{FF2B5EF4-FFF2-40B4-BE49-F238E27FC236}">
                <a16:creationId xmlns:a16="http://schemas.microsoft.com/office/drawing/2014/main" id="{1C6D282A-9854-42C1-9CAA-EE4F750FDA11}"/>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6 / 59</a:t>
            </a:r>
          </a:p>
        </p:txBody>
      </p:sp>
    </p:spTree>
    <p:extLst>
      <p:ext uri="{BB962C8B-B14F-4D97-AF65-F5344CB8AC3E}">
        <p14:creationId xmlns:p14="http://schemas.microsoft.com/office/powerpoint/2010/main" val="1341039545"/>
      </p:ext>
    </p:extLst>
  </p:cSld>
</p:sld>
</file>

<file path=ppt/slides/slide11.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7EA98A-1E2B-44F4-96C3-7958D2E42CF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450EB66-FE99-455E-A116-2FBDEFFB26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9C2C2FD-385C-4C84-946C-6876DF5EC36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a:t>
            </a:r>
          </a:p>
        </p:txBody>
      </p:sp>
      <p:sp>
        <p:nvSpPr>
          <p:cNvPr id="5" name="Shape 3">
            <a:extLst xmlns:a="http://schemas.openxmlformats.org/drawingml/2006/main">
              <a:ext uri="{FF2B5EF4-FFF2-40B4-BE49-F238E27FC236}">
                <a16:creationId xmlns:a16="http://schemas.microsoft.com/office/drawing/2014/main" id="{948C46F4-A236-43AC-9679-79D9D53A3CE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2187FCD-AE53-40CE-A216-818B715FD34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01F5DDE-3CF9-4FBA-8193-36AF9BD8A3B4}"/>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7 / 59</a:t>
            </a:r>
          </a:p>
        </p:txBody>
      </p:sp>
      <p:sp>
        <p:nvSpPr>
          <p:cNvPr id="8" name="Text 6">
            <a:extLst xmlns:a="http://schemas.openxmlformats.org/drawingml/2006/main">
              <a:ext uri="{FF2B5EF4-FFF2-40B4-BE49-F238E27FC236}">
                <a16:creationId xmlns:a16="http://schemas.microsoft.com/office/drawing/2014/main" id="{D9D7975F-BD02-4449-98C8-6D911802B32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Prerequisites at a glance</a:t>
            </a:r>
          </a:p>
        </p:txBody>
      </p:sp>
      <p:sp>
        <p:nvSpPr>
          <p:cNvPr id="9" name="Text 7">
            <a:extLst xmlns:a="http://schemas.openxmlformats.org/drawingml/2006/main">
              <a:ext uri="{FF2B5EF4-FFF2-40B4-BE49-F238E27FC236}">
                <a16:creationId xmlns:a16="http://schemas.microsoft.com/office/drawing/2014/main" id="{64A23CEB-4BB0-4FE9-BFD3-104E600ED8C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xmlns:a="http://schemas.openxmlformats.org/drawingml/2006/main">
              <a:ext uri="{FF2B5EF4-FFF2-40B4-BE49-F238E27FC236}">
                <a16:creationId xmlns:a16="http://schemas.microsoft.com/office/drawing/2014/main" id="{B1D448D9-C06F-493F-AC34-24C38E1E60D8}"/>
              </a:ext>
            </a:extLst>
          </p:cNvPr>
          <p:cNvSpPr>
            <a:spLocks xmlns:a="http://schemas.openxmlformats.org/drawingml/2006/main" noGrp="1"/>
          </p:cNvSpPr>
          <p:nvPr/>
        </p:nvSpPr>
        <p:spPr>
          <a:xfrm xmlns:a="http://schemas.openxmlformats.org/drawingml/2006/main">
            <a:off x="50292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79BDBF90-3CBF-4645-9CCD-D709E5A6AC6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c7caf7ea0f31448e"/>
          <a:stretch xmlns:a="http://schemas.openxmlformats.org/drawingml/2006/main">
            <a:fillRect l="0" t="0" r="0" b="0"/>
          </a:stretch>
        </p:blipFill>
        <p:spPr>
          <a:xfrm xmlns:a="http://schemas.openxmlformats.org/drawingml/2006/main">
            <a:off x="758952"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E2BD6BBF-046F-4C94-86C2-20C5CFC775D0}"/>
              </a:ext>
            </a:extLst>
          </p:cNvPr>
          <p:cNvSpPr>
            <a:spLocks xmlns:a="http://schemas.openxmlformats.org/drawingml/2006/main" noGrp="1"/>
          </p:cNvSpPr>
          <p:nvPr/>
        </p:nvSpPr>
        <p:spPr>
          <a:xfrm xmlns:a="http://schemas.openxmlformats.org/drawingml/2006/main">
            <a:off x="141732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a:t>
            </a:r>
          </a:p>
        </p:txBody>
      </p:sp>
      <p:sp>
        <p:nvSpPr>
          <p:cNvPr id="14" name="Text 11">
            <a:extLst xmlns:a="http://schemas.openxmlformats.org/drawingml/2006/main">
              <a:ext uri="{FF2B5EF4-FFF2-40B4-BE49-F238E27FC236}">
                <a16:creationId xmlns:a16="http://schemas.microsoft.com/office/drawing/2014/main" id="{7356DFCD-D9D5-42B9-AA7A-33B9BE92AD19}"/>
              </a:ext>
            </a:extLst>
          </p:cNvPr>
          <p:cNvSpPr>
            <a:spLocks xmlns:a="http://schemas.openxmlformats.org/drawingml/2006/main" noGrp="1"/>
          </p:cNvSpPr>
          <p:nvPr/>
        </p:nvSpPr>
        <p:spPr>
          <a:xfrm xmlns:a="http://schemas.openxmlformats.org/drawingml/2006/main">
            <a:off x="141732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R 4.2 or later (your approved version)</a:t>
            </a:r>
          </a:p>
        </p:txBody>
      </p:sp>
      <p:sp>
        <p:nvSpPr>
          <p:cNvPr id="15" name="Text 12">
            <a:extLst xmlns:a="http://schemas.openxmlformats.org/drawingml/2006/main">
              <a:ext uri="{FF2B5EF4-FFF2-40B4-BE49-F238E27FC236}">
                <a16:creationId xmlns:a16="http://schemas.microsoft.com/office/drawing/2014/main" id="{91A78E29-105F-491C-A82D-727388366ACE}"/>
              </a:ext>
            </a:extLst>
          </p:cNvPr>
          <p:cNvSpPr>
            <a:spLocks xmlns:a="http://schemas.openxmlformats.org/drawingml/2006/main" noGrp="1"/>
          </p:cNvSpPr>
          <p:nvPr/>
        </p:nvSpPr>
        <p:spPr>
          <a:xfrm xmlns:a="http://schemas.openxmlformats.org/drawingml/2006/main">
            <a:off x="141732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cran.r-project.org</a:t>
            </a:r>
          </a:p>
        </p:txBody>
      </p:sp>
      <p:sp>
        <p:nvSpPr>
          <p:cNvPr id="16" name="Shape 13">
            <a:extLst xmlns:a="http://schemas.openxmlformats.org/drawingml/2006/main">
              <a:ext uri="{FF2B5EF4-FFF2-40B4-BE49-F238E27FC236}">
                <a16:creationId xmlns:a16="http://schemas.microsoft.com/office/drawing/2014/main" id="{C820CEB6-9E28-4B5D-99FF-1B81234CFDE3}"/>
              </a:ext>
            </a:extLst>
          </p:cNvPr>
          <p:cNvSpPr>
            <a:spLocks xmlns:a="http://schemas.openxmlformats.org/drawingml/2006/main" noGrp="1"/>
          </p:cNvSpPr>
          <p:nvPr/>
        </p:nvSpPr>
        <p:spPr>
          <a:xfrm xmlns:a="http://schemas.openxmlformats.org/drawingml/2006/main">
            <a:off x="4709160" y="182880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A87C735F-5497-4FD7-8B6E-3DCB4A3DC4D9}"/>
              </a:ext>
            </a:extLst>
          </p:cNvPr>
          <p:cNvSpPr>
            <a:spLocks xmlns:a="http://schemas.openxmlformats.org/drawingml/2006/main" noGrp="1"/>
          </p:cNvSpPr>
          <p:nvPr/>
        </p:nvSpPr>
        <p:spPr>
          <a:xfrm xmlns:a="http://schemas.openxmlformats.org/drawingml/2006/main">
            <a:off x="470916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1"/>
          <p:cNvPicPr>
            <a:picLocks xmlns:a="http://schemas.openxmlformats.org/drawingml/2006/main" noChangeAspect="1"/>
          </p:cNvPicPr>
          <p:nvPr/>
        </p:nvPicPr>
        <p:blipFill>
          <a:blip xmlns:r="http://schemas.openxmlformats.org/officeDocument/2006/relationships" xmlns:a="http://schemas.openxmlformats.org/drawingml/2006/main" r:embed="R57f6a4c61e5849e5"/>
          <a:stretch xmlns:a="http://schemas.openxmlformats.org/drawingml/2006/main">
            <a:fillRect l="0" t="0" r="0" b="0"/>
          </a:stretch>
        </p:blipFill>
        <p:spPr>
          <a:xfrm xmlns:a="http://schemas.openxmlformats.org/drawingml/2006/main">
            <a:off x="4965192" y="2103120"/>
            <a:ext cx="457200" cy="457200"/>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8BED8B54-CF56-44A0-A1F0-191FC1B6F920}"/>
              </a:ext>
            </a:extLst>
          </p:cNvPr>
          <p:cNvSpPr>
            <a:spLocks xmlns:a="http://schemas.openxmlformats.org/drawingml/2006/main" noGrp="1"/>
          </p:cNvSpPr>
          <p:nvPr/>
        </p:nvSpPr>
        <p:spPr>
          <a:xfrm xmlns:a="http://schemas.openxmlformats.org/drawingml/2006/main">
            <a:off x="5623560" y="199339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EU SAE app</a:t>
            </a:r>
          </a:p>
        </p:txBody>
      </p:sp>
      <p:sp>
        <p:nvSpPr>
          <p:cNvPr id="20" name="Text 16">
            <a:extLst xmlns:a="http://schemas.openxmlformats.org/drawingml/2006/main">
              <a:ext uri="{FF2B5EF4-FFF2-40B4-BE49-F238E27FC236}">
                <a16:creationId xmlns:a16="http://schemas.microsoft.com/office/drawing/2014/main" id="{71D9D22F-7BDA-4AD8-A7BE-490561C65B87}"/>
              </a:ext>
            </a:extLst>
          </p:cNvPr>
          <p:cNvSpPr>
            <a:spLocks xmlns:a="http://schemas.openxmlformats.org/drawingml/2006/main" noGrp="1"/>
          </p:cNvSpPr>
          <p:nvPr/>
        </p:nvSpPr>
        <p:spPr>
          <a:xfrm xmlns:a="http://schemas.openxmlformats.org/drawingml/2006/main">
            <a:off x="5623560" y="2304288"/>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Wizard and dashboard, from GitHub Releases</a:t>
            </a:r>
          </a:p>
        </p:txBody>
      </p:sp>
      <p:sp>
        <p:nvSpPr>
          <p:cNvPr id="21" name="Text 17">
            <a:extLst xmlns:a="http://schemas.openxmlformats.org/drawingml/2006/main">
              <a:ext uri="{FF2B5EF4-FFF2-40B4-BE49-F238E27FC236}">
                <a16:creationId xmlns:a16="http://schemas.microsoft.com/office/drawing/2014/main" id="{91741868-9BBD-44A1-95F0-47339D541918}"/>
              </a:ext>
            </a:extLst>
          </p:cNvPr>
          <p:cNvSpPr>
            <a:spLocks xmlns:a="http://schemas.openxmlformats.org/drawingml/2006/main" noGrp="1"/>
          </p:cNvSpPr>
          <p:nvPr/>
        </p:nvSpPr>
        <p:spPr>
          <a:xfrm xmlns:a="http://schemas.openxmlformats.org/drawingml/2006/main">
            <a:off x="5623560" y="2606040"/>
            <a:ext cx="2926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eu-sae-application/releases</a:t>
            </a:r>
          </a:p>
        </p:txBody>
      </p:sp>
      <p:sp>
        <p:nvSpPr>
          <p:cNvPr id="22" name="Shape 18">
            <a:extLst xmlns:a="http://schemas.openxmlformats.org/drawingml/2006/main">
              <a:ext uri="{FF2B5EF4-FFF2-40B4-BE49-F238E27FC236}">
                <a16:creationId xmlns:a16="http://schemas.microsoft.com/office/drawing/2014/main" id="{6FB69A7D-8FB5-43CB-B589-9241470E6394}"/>
              </a:ext>
            </a:extLst>
          </p:cNvPr>
          <p:cNvSpPr>
            <a:spLocks xmlns:a="http://schemas.openxmlformats.org/drawingml/2006/main" noGrp="1"/>
          </p:cNvSpPr>
          <p:nvPr/>
        </p:nvSpPr>
        <p:spPr>
          <a:xfrm xmlns:a="http://schemas.openxmlformats.org/drawingml/2006/main">
            <a:off x="50292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9571E4ED-8188-4F57-A9E1-F949605DFEDF}"/>
              </a:ext>
            </a:extLst>
          </p:cNvPr>
          <p:cNvSpPr>
            <a:spLocks xmlns:a="http://schemas.openxmlformats.org/drawingml/2006/main" noGrp="1"/>
          </p:cNvSpPr>
          <p:nvPr/>
        </p:nvSpPr>
        <p:spPr>
          <a:xfrm xmlns:a="http://schemas.openxmlformats.org/drawingml/2006/main">
            <a:off x="50292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a27a27906f674ae2"/>
          <a:stretch xmlns:a="http://schemas.openxmlformats.org/drawingml/2006/main">
            <a:fillRect l="0" t="0" r="0" b="0"/>
          </a:stretch>
        </p:blipFill>
        <p:spPr>
          <a:xfrm xmlns:a="http://schemas.openxmlformats.org/drawingml/2006/main">
            <a:off x="758952" y="3566160"/>
            <a:ext cx="457200" cy="457200"/>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5351BBD2-7E1E-4448-A1CC-1029F56254B7}"/>
              </a:ext>
            </a:extLst>
          </p:cNvPr>
          <p:cNvSpPr>
            <a:spLocks xmlns:a="http://schemas.openxmlformats.org/drawingml/2006/main" noGrp="1"/>
          </p:cNvSpPr>
          <p:nvPr/>
        </p:nvSpPr>
        <p:spPr>
          <a:xfrm xmlns:a="http://schemas.openxmlformats.org/drawingml/2006/main">
            <a:off x="141732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AI keys</a:t>
            </a:r>
          </a:p>
        </p:txBody>
      </p:sp>
      <p:sp>
        <p:nvSpPr>
          <p:cNvPr id="26" name="Text 21">
            <a:extLst xmlns:a="http://schemas.openxmlformats.org/drawingml/2006/main">
              <a:ext uri="{FF2B5EF4-FFF2-40B4-BE49-F238E27FC236}">
                <a16:creationId xmlns:a16="http://schemas.microsoft.com/office/drawing/2014/main" id="{064A4A8A-38A1-47D6-B4E8-E17588F57EB8}"/>
              </a:ext>
            </a:extLst>
          </p:cNvPr>
          <p:cNvSpPr>
            <a:spLocks xmlns:a="http://schemas.openxmlformats.org/drawingml/2006/main" noGrp="1"/>
          </p:cNvSpPr>
          <p:nvPr/>
        </p:nvSpPr>
        <p:spPr>
          <a:xfrm xmlns:a="http://schemas.openxmlformats.org/drawingml/2006/main">
            <a:off x="1419225" y="3781425"/>
            <a:ext cx="292417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 Claude or ChatGPT</a:t>
            </a:r>
          </a:p>
        </p:txBody>
      </p:sp>
      <p:sp>
        <p:nvSpPr>
          <p:cNvPr id="27" name="Text 22">
            <a:extLst xmlns:a="http://schemas.openxmlformats.org/drawingml/2006/main">
              <a:ext uri="{FF2B5EF4-FFF2-40B4-BE49-F238E27FC236}">
                <a16:creationId xmlns:a16="http://schemas.microsoft.com/office/drawing/2014/main" id="{1723EA3E-89F0-4AA3-9C21-7551A7A41814}"/>
              </a:ext>
            </a:extLst>
          </p:cNvPr>
          <p:cNvSpPr>
            <a:spLocks xmlns:a="http://schemas.openxmlformats.org/drawingml/2006/main" noGrp="1"/>
          </p:cNvSpPr>
          <p:nvPr/>
        </p:nvSpPr>
        <p:spPr>
          <a:xfrm xmlns:a="http://schemas.openxmlformats.org/drawingml/2006/main">
            <a:off x="1419225" y="4181475"/>
            <a:ext cx="2924175" cy="2476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AA7D9"/>
                </a:solidFill>
                <a:latin typeface="Consolas"/>
                <a:ea typeface="Consolas"/>
                <a:cs typeface="Consolas"/>
              </a:rPr>
              <a:t>see Part 4 of this guide</a:t>
            </a:r>
          </a:p>
        </p:txBody>
      </p:sp>
      <p:sp>
        <p:nvSpPr>
          <p:cNvPr id="28" name="Shape 23">
            <a:extLst xmlns:a="http://schemas.openxmlformats.org/drawingml/2006/main">
              <a:ext uri="{FF2B5EF4-FFF2-40B4-BE49-F238E27FC236}">
                <a16:creationId xmlns:a16="http://schemas.microsoft.com/office/drawing/2014/main" id="{60B965A7-110C-4251-924F-EB8596F6A779}"/>
              </a:ext>
            </a:extLst>
          </p:cNvPr>
          <p:cNvSpPr>
            <a:spLocks xmlns:a="http://schemas.openxmlformats.org/drawingml/2006/main" noGrp="1"/>
          </p:cNvSpPr>
          <p:nvPr/>
        </p:nvSpPr>
        <p:spPr>
          <a:xfrm xmlns:a="http://schemas.openxmlformats.org/drawingml/2006/main">
            <a:off x="4709160" y="3291840"/>
            <a:ext cx="393192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4">
            <a:extLst xmlns:a="http://schemas.openxmlformats.org/drawingml/2006/main">
              <a:ext uri="{FF2B5EF4-FFF2-40B4-BE49-F238E27FC236}">
                <a16:creationId xmlns:a16="http://schemas.microsoft.com/office/drawing/2014/main" id="{512C6301-DA4D-4620-B6FF-105E7DC0B619}"/>
              </a:ext>
            </a:extLst>
          </p:cNvPr>
          <p:cNvSpPr>
            <a:spLocks xmlns:a="http://schemas.openxmlformats.org/drawingml/2006/main" noGrp="1"/>
          </p:cNvSpPr>
          <p:nvPr/>
        </p:nvSpPr>
        <p:spPr>
          <a:xfrm xmlns:a="http://schemas.openxmlformats.org/drawingml/2006/main">
            <a:off x="4709160" y="329184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3"/>
          <p:cNvPicPr>
            <a:picLocks xmlns:a="http://schemas.openxmlformats.org/drawingml/2006/main" noChangeAspect="1"/>
          </p:cNvPicPr>
          <p:nvPr/>
        </p:nvPicPr>
        <p:blipFill>
          <a:blip xmlns:r="http://schemas.openxmlformats.org/officeDocument/2006/relationships" xmlns:a="http://schemas.openxmlformats.org/drawingml/2006/main" r:embed="Rbaebce23f13f4416"/>
          <a:stretch xmlns:a="http://schemas.openxmlformats.org/drawingml/2006/main">
            <a:fillRect l="0" t="0" r="0" b="0"/>
          </a:stretch>
        </p:blipFill>
        <p:spPr>
          <a:xfrm xmlns:a="http://schemas.openxmlformats.org/drawingml/2006/main">
            <a:off x="4965192" y="3566160"/>
            <a:ext cx="457200" cy="4572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FD021961-03FF-4C0F-B49E-ED02108A8001}"/>
              </a:ext>
            </a:extLst>
          </p:cNvPr>
          <p:cNvSpPr>
            <a:spLocks xmlns:a="http://schemas.openxmlformats.org/drawingml/2006/main" noGrp="1"/>
          </p:cNvSpPr>
          <p:nvPr/>
        </p:nvSpPr>
        <p:spPr>
          <a:xfrm xmlns:a="http://schemas.openxmlformats.org/drawingml/2006/main">
            <a:off x="5623560" y="3456432"/>
            <a:ext cx="2926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F1E3F"/>
                </a:solidFill>
                <a:latin typeface="Calibri"/>
                <a:ea typeface="Calibri"/>
                <a:cs typeface="Calibri"/>
              </a:rPr>
              <a:t>Report generation</a:t>
            </a:r>
          </a:p>
        </p:txBody>
      </p:sp>
      <p:sp>
        <p:nvSpPr>
          <p:cNvPr id="32" name="Text 26">
            <a:extLst xmlns:a="http://schemas.openxmlformats.org/drawingml/2006/main">
              <a:ext uri="{FF2B5EF4-FFF2-40B4-BE49-F238E27FC236}">
                <a16:creationId xmlns:a16="http://schemas.microsoft.com/office/drawing/2014/main" id="{368BA602-64F8-4967-B361-0A373EDEF196}"/>
              </a:ext>
            </a:extLst>
          </p:cNvPr>
          <p:cNvSpPr>
            <a:spLocks xmlns:a="http://schemas.openxmlformats.org/drawingml/2006/main" noGrp="1"/>
          </p:cNvSpPr>
          <p:nvPr/>
        </p:nvSpPr>
        <p:spPr>
          <a:xfrm xmlns:a="http://schemas.openxmlformats.org/drawingml/2006/main">
            <a:off x="5629275" y="3714750"/>
            <a:ext cx="2924175" cy="5619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Pandoc 2.17+ is found automatically, or the app downloads it (internet needed).</a:t>
            </a:r>
          </a:p>
        </p:txBody>
      </p:sp>
      <p:sp>
        <p:nvSpPr>
          <p:cNvPr id="33" name="Text 27">
            <a:extLst xmlns:a="http://schemas.openxmlformats.org/drawingml/2006/main">
              <a:ext uri="{FF2B5EF4-FFF2-40B4-BE49-F238E27FC236}">
                <a16:creationId xmlns:a16="http://schemas.microsoft.com/office/drawing/2014/main" id="{11EAC43C-F389-4922-B87B-B1722BEBC3E9}"/>
              </a:ext>
            </a:extLst>
          </p:cNvPr>
          <p:cNvSpPr>
            <a:spLocks xmlns:a="http://schemas.openxmlformats.org/drawingml/2006/main" noGrp="1"/>
          </p:cNvSpPr>
          <p:nvPr/>
        </p:nvSpPr>
        <p:spPr>
          <a:xfrm xmlns:a="http://schemas.openxmlformats.org/drawingml/2006/main">
            <a:off x="5629275" y="4257675"/>
            <a:ext cx="29241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AA7D9"/>
                </a:solidFill>
                <a:latin typeface="Consolas"/>
                <a:ea typeface="Consolas"/>
                <a:cs typeface="Consolas"/>
              </a:rPr>
              <a:t>Offline: preinstall Pandoc 2.17+</a:t>
            </a:r>
          </a:p>
        </p:txBody>
      </p:sp>
    </p:spTree>
    <p:extLst>
      <p:ext uri="{BB962C8B-B14F-4D97-AF65-F5344CB8AC3E}">
        <p14:creationId xmlns:p14="http://schemas.microsoft.com/office/powerpoint/2010/main" val="1150337859"/>
      </p:ext>
    </p:extLst>
  </p:cSld>
</p:sld>
</file>

<file path=ppt/slides/slide12.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3136DB-8D7D-4707-908E-03B7C1B19C6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FDADFC2C-4ADB-4770-8512-FBD7FE4160C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2C4881E4-815D-42CB-B88F-7FF3F9FD4418}"/>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1 OF 4</a:t>
            </a:r>
          </a:p>
        </p:txBody>
      </p:sp>
      <p:sp>
        <p:nvSpPr>
          <p:cNvPr id="5" name="Shape 3">
            <a:extLst xmlns:a="http://schemas.openxmlformats.org/drawingml/2006/main">
              <a:ext uri="{FF2B5EF4-FFF2-40B4-BE49-F238E27FC236}">
                <a16:creationId xmlns:a16="http://schemas.microsoft.com/office/drawing/2014/main" id="{80CB16B3-9C03-4EEE-B9A5-840333C689B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336D0A7-7E4A-41A5-9FFA-47CA660A6C3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BEBC2C0-CC6F-4A28-9F9D-5120E5DD100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8 / 59</a:t>
            </a:r>
          </a:p>
        </p:txBody>
      </p:sp>
      <p:sp>
        <p:nvSpPr>
          <p:cNvPr id="8" name="Text 6">
            <a:extLst xmlns:a="http://schemas.openxmlformats.org/drawingml/2006/main">
              <a:ext uri="{FF2B5EF4-FFF2-40B4-BE49-F238E27FC236}">
                <a16:creationId xmlns:a16="http://schemas.microsoft.com/office/drawing/2014/main" id="{65739F8A-EDC4-4BCB-93FE-764FD4B0BD2D}"/>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Install R</a:t>
            </a:r>
          </a:p>
        </p:txBody>
      </p:sp>
      <p:sp>
        <p:nvSpPr>
          <p:cNvPr id="9" name="Text 7">
            <a:extLst xmlns:a="http://schemas.openxmlformats.org/drawingml/2006/main">
              <a:ext uri="{FF2B5EF4-FFF2-40B4-BE49-F238E27FC236}">
                <a16:creationId xmlns:a16="http://schemas.microsoft.com/office/drawing/2014/main" id="{BD4F0A36-FEA4-4C99-828D-015D9A2338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statistical engine that powers everything else.</a:t>
            </a:r>
          </a:p>
        </p:txBody>
      </p:sp>
      <p:sp>
        <p:nvSpPr>
          <p:cNvPr id="10" name="Shape 8">
            <a:extLst xmlns:a="http://schemas.openxmlformats.org/drawingml/2006/main">
              <a:ext uri="{FF2B5EF4-FFF2-40B4-BE49-F238E27FC236}">
                <a16:creationId xmlns:a16="http://schemas.microsoft.com/office/drawing/2014/main" id="{E8E0B86E-411D-4144-B33B-D7E2E003593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CA2F328-462C-493F-9536-0B9C9086012B}"/>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7BEA5908-B0FF-4D36-BA3F-BE4B5FFDCA11}"/>
              </a:ext>
            </a:extLst>
          </p:cNvPr>
          <p:cNvSpPr>
            <a:spLocks xmlns:a="http://schemas.openxmlformats.org/drawingml/2006/main" noGrp="1"/>
          </p:cNvSpPr>
          <p:nvPr/>
        </p:nvSpPr>
        <p:spPr>
          <a:xfrm xmlns:a="http://schemas.openxmlformats.org/drawingml/2006/main">
            <a:off x="1005840" y="1828800"/>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Go to cran.r-project.org</a:t>
            </a:r>
          </a:p>
        </p:txBody>
      </p:sp>
      <p:sp>
        <p:nvSpPr>
          <p:cNvPr id="13" name="Shape 11">
            <a:extLst xmlns:a="http://schemas.openxmlformats.org/drawingml/2006/main">
              <a:ext uri="{FF2B5EF4-FFF2-40B4-BE49-F238E27FC236}">
                <a16:creationId xmlns:a16="http://schemas.microsoft.com/office/drawing/2014/main" id="{3862D903-787A-4D7B-8B32-12FDBD68633B}"/>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5080089-E471-43B1-AEF0-23692D9EF15A}"/>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89F5F3F7-CB49-463B-843F-F1A886F7B695}"/>
              </a:ext>
            </a:extLst>
          </p:cNvPr>
          <p:cNvSpPr>
            <a:spLocks xmlns:a="http://schemas.openxmlformats.org/drawingml/2006/main" noGrp="1"/>
          </p:cNvSpPr>
          <p:nvPr/>
        </p:nvSpPr>
        <p:spPr>
          <a:xfrm xmlns:a="http://schemas.openxmlformats.org/drawingml/2006/main">
            <a:off x="1005840" y="2395728"/>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Choose Download R for Windows, macOS or Linux</a:t>
            </a:r>
          </a:p>
        </p:txBody>
      </p:sp>
      <p:sp>
        <p:nvSpPr>
          <p:cNvPr id="16" name="Shape 14">
            <a:extLst xmlns:a="http://schemas.openxmlformats.org/drawingml/2006/main">
              <a:ext uri="{FF2B5EF4-FFF2-40B4-BE49-F238E27FC236}">
                <a16:creationId xmlns:a16="http://schemas.microsoft.com/office/drawing/2014/main" id="{3E941B62-4040-45D4-8B8E-018C4A2A45BA}"/>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3F92970-FAD2-4B0D-8D8F-EAA84A738763}"/>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E0E1D52B-4F62-473C-9C17-4F20185DE3FC}"/>
              </a:ext>
            </a:extLst>
          </p:cNvPr>
          <p:cNvSpPr>
            <a:spLocks xmlns:a="http://schemas.openxmlformats.org/drawingml/2006/main" noGrp="1"/>
          </p:cNvSpPr>
          <p:nvPr/>
        </p:nvSpPr>
        <p:spPr>
          <a:xfrm xmlns:a="http://schemas.openxmlformats.org/drawingml/2006/main">
            <a:off x="1005840" y="2962656"/>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Run the installer with its default options</a:t>
            </a:r>
          </a:p>
        </p:txBody>
      </p:sp>
      <p:sp>
        <p:nvSpPr>
          <p:cNvPr id="19" name="Shape 17">
            <a:extLst xmlns:a="http://schemas.openxmlformats.org/drawingml/2006/main">
              <a:ext uri="{FF2B5EF4-FFF2-40B4-BE49-F238E27FC236}">
                <a16:creationId xmlns:a16="http://schemas.microsoft.com/office/drawing/2014/main" id="{DF2D041A-4E7E-447F-9DE4-29CA787D3541}"/>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4B86EF5D-0F87-4F02-989D-2CD3F182FE6C}"/>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AD7FF0D5-8587-4527-BBA6-CE03EDEEFE6A}"/>
              </a:ext>
            </a:extLst>
          </p:cNvPr>
          <p:cNvSpPr>
            <a:spLocks xmlns:a="http://schemas.openxmlformats.org/drawingml/2006/main" noGrp="1"/>
          </p:cNvSpPr>
          <p:nvPr/>
        </p:nvSpPr>
        <p:spPr>
          <a:xfrm xmlns:a="http://schemas.openxmlformats.org/drawingml/2006/main">
            <a:off x="1005840" y="3529584"/>
            <a:ext cx="4800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E3F"/>
                </a:solidFill>
                <a:latin typeface="Calibri"/>
                <a:ea typeface="Calibri"/>
                <a:cs typeface="Calibri"/>
              </a:rPr>
              <a:t>RStudio is not required</a:t>
            </a:r>
          </a:p>
        </p:txBody>
      </p:sp>
      <p:sp>
        <p:nvSpPr>
          <p:cNvPr id="22" name="Shape 20">
            <a:extLst xmlns:a="http://schemas.openxmlformats.org/drawingml/2006/main">
              <a:ext uri="{FF2B5EF4-FFF2-40B4-BE49-F238E27FC236}">
                <a16:creationId xmlns:a16="http://schemas.microsoft.com/office/drawing/2014/main" id="{91AD601E-301F-4D82-9133-09FD15D520EF}"/>
              </a:ext>
            </a:extLst>
          </p:cNvPr>
          <p:cNvSpPr>
            <a:spLocks xmlns:a="http://schemas.openxmlformats.org/drawingml/2006/main" noGrp="1"/>
          </p:cNvSpPr>
          <p:nvPr/>
        </p:nvSpPr>
        <p:spPr>
          <a:xfrm xmlns:a="http://schemas.openxmlformats.org/drawingml/2006/main">
            <a:off x="6126480" y="1828800"/>
            <a:ext cx="2514600" cy="256032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63877fa271444861"/>
          <a:stretch xmlns:a="http://schemas.openxmlformats.org/drawingml/2006/main">
            <a:fillRect l="0" t="0" r="0" b="0"/>
          </a:stretch>
        </p:blipFill>
        <p:spPr>
          <a:xfrm xmlns:a="http://schemas.openxmlformats.org/drawingml/2006/main">
            <a:off x="6400800" y="2148840"/>
            <a:ext cx="329184" cy="32918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6136ED33-4804-493E-A6DE-9A458F41FAE1}"/>
              </a:ext>
            </a:extLst>
          </p:cNvPr>
          <p:cNvSpPr>
            <a:spLocks xmlns:a="http://schemas.openxmlformats.org/drawingml/2006/main" noGrp="1"/>
          </p:cNvSpPr>
          <p:nvPr/>
        </p:nvSpPr>
        <p:spPr>
          <a:xfrm xmlns:a="http://schemas.openxmlformats.org/drawingml/2006/main">
            <a:off x="6400800" y="2606040"/>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Why R first?</a:t>
            </a:r>
          </a:p>
        </p:txBody>
      </p:sp>
      <p:sp>
        <p:nvSpPr>
          <p:cNvPr id="25" name="Text 22">
            <a:extLst xmlns:a="http://schemas.openxmlformats.org/drawingml/2006/main">
              <a:ext uri="{FF2B5EF4-FFF2-40B4-BE49-F238E27FC236}">
                <a16:creationId xmlns:a16="http://schemas.microsoft.com/office/drawing/2014/main" id="{1B2B67E1-435C-44AA-AA21-6305D89436F0}"/>
              </a:ext>
            </a:extLst>
          </p:cNvPr>
          <p:cNvSpPr>
            <a:spLocks xmlns:a="http://schemas.openxmlformats.org/drawingml/2006/main" noGrp="1"/>
          </p:cNvSpPr>
          <p:nvPr/>
        </p:nvSpPr>
        <p:spPr>
          <a:xfrm xmlns:a="http://schemas.openxmlformats.org/drawingml/2006/main">
            <a:off x="6400800" y="2971800"/>
            <a:ext cx="1965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The Start_Here launchers run the app with R, so install R before opening them. Any approved R 4.2 or later works; the latest release is not required.</a:t>
            </a:r>
          </a:p>
        </p:txBody>
      </p:sp>
    </p:spTree>
    <p:extLst>
      <p:ext uri="{BB962C8B-B14F-4D97-AF65-F5344CB8AC3E}">
        <p14:creationId xmlns:p14="http://schemas.microsoft.com/office/powerpoint/2010/main" val="322842928"/>
      </p:ext>
    </p:extLst>
  </p:cSld>
</p:sld>
</file>

<file path=ppt/slides/slide1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AD79B3-E39E-4C9F-BC9B-51486AEF8DD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2D7290C7-B337-4BE6-8212-A01CEC88A6E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FFBB879-8ED2-49EE-8800-586995619F4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2 OF 4</a:t>
            </a:r>
          </a:p>
        </p:txBody>
      </p:sp>
      <p:sp>
        <p:nvSpPr>
          <p:cNvPr id="5" name="Shape 3">
            <a:extLst xmlns:a="http://schemas.openxmlformats.org/drawingml/2006/main">
              <a:ext uri="{FF2B5EF4-FFF2-40B4-BE49-F238E27FC236}">
                <a16:creationId xmlns:a16="http://schemas.microsoft.com/office/drawing/2014/main" id="{FB985416-92BD-4E2A-B004-FB454CD56A8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392ACB96-F3C4-446C-8BE8-1C53D3A7E590}"/>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9CE7D76-4EA7-400E-9EA4-EF70A33CF7B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9 / 59</a:t>
            </a:r>
          </a:p>
        </p:txBody>
      </p:sp>
      <p:sp>
        <p:nvSpPr>
          <p:cNvPr id="8" name="Text 6">
            <a:extLst xmlns:a="http://schemas.openxmlformats.org/drawingml/2006/main">
              <a:ext uri="{FF2B5EF4-FFF2-40B4-BE49-F238E27FC236}">
                <a16:creationId xmlns:a16="http://schemas.microsoft.com/office/drawing/2014/main" id="{E86B0B9F-C28C-4ED9-8742-D081C8BC6EDB}"/>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Download the app</a:t>
            </a:r>
          </a:p>
        </p:txBody>
      </p:sp>
      <p:sp>
        <p:nvSpPr>
          <p:cNvPr id="9" name="Text 7">
            <a:extLst xmlns:a="http://schemas.openxmlformats.org/drawingml/2006/main">
              <a:ext uri="{FF2B5EF4-FFF2-40B4-BE49-F238E27FC236}">
                <a16:creationId xmlns:a16="http://schemas.microsoft.com/office/drawing/2014/main" id="{03B36C8C-6F87-41C1-8ED2-7621E25E7618}"/>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Release 5.2.0-rc.6 is the file EU_SAE_520_w5l.zip on GitHub Releases.</a:t>
            </a:r>
          </a:p>
        </p:txBody>
      </p:sp>
      <p:sp>
        <p:nvSpPr>
          <p:cNvPr id="10" name="Shape 8">
            <a:extLst xmlns:a="http://schemas.openxmlformats.org/drawingml/2006/main">
              <a:ext uri="{FF2B5EF4-FFF2-40B4-BE49-F238E27FC236}">
                <a16:creationId xmlns:a16="http://schemas.microsoft.com/office/drawing/2014/main" id="{9637C0BF-56AA-4D96-9829-24A053E89898}"/>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25D358F-7D5B-41D9-9678-886F039A7847}"/>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0AECBB18-FE42-420B-BEA5-5D5C34930664}"/>
              </a:ext>
            </a:extLst>
          </p:cNvPr>
          <p:cNvSpPr>
            <a:spLocks xmlns:a="http://schemas.openxmlformats.org/drawingml/2006/main" noGrp="1"/>
          </p:cNvSpPr>
          <p:nvPr/>
        </p:nvSpPr>
        <p:spPr>
          <a:xfrm xmlns:a="http://schemas.openxmlformats.org/drawingml/2006/main">
            <a:off x="1005840" y="1828800"/>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Under Assets, download EU_SAE_520_w5l.zip from github.com/Noboyoshida227/eu-sae-application/releases — not the "Source code" archives.</a:t>
            </a:r>
          </a:p>
        </p:txBody>
      </p:sp>
      <p:sp>
        <p:nvSpPr>
          <p:cNvPr id="13" name="Shape 11">
            <a:extLst xmlns:a="http://schemas.openxmlformats.org/drawingml/2006/main">
              <a:ext uri="{FF2B5EF4-FFF2-40B4-BE49-F238E27FC236}">
                <a16:creationId xmlns:a16="http://schemas.microsoft.com/office/drawing/2014/main" id="{E9754C05-130F-458D-86F9-3806521C2AE2}"/>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FA61A98-E87D-404A-8C56-D588917257E6}"/>
              </a:ext>
            </a:extLst>
          </p:cNvPr>
          <p:cNvSpPr>
            <a:spLocks xmlns:a="http://schemas.openxmlformats.org/drawingml/2006/main" noGrp="1"/>
          </p:cNvSpPr>
          <p:nvPr/>
        </p:nvSpPr>
        <p:spPr>
          <a:xfrm xmlns:a="http://schemas.openxmlformats.org/drawingml/2006/main">
            <a:off x="502920" y="24414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49C691C-9B6E-44E7-89C7-F687CBDBD1C4}"/>
              </a:ext>
            </a:extLst>
          </p:cNvPr>
          <p:cNvSpPr>
            <a:spLocks xmlns:a="http://schemas.openxmlformats.org/drawingml/2006/main" noGrp="1"/>
          </p:cNvSpPr>
          <p:nvPr/>
        </p:nvSpPr>
        <p:spPr>
          <a:xfrm xmlns:a="http://schemas.openxmlformats.org/drawingml/2006/main">
            <a:off x="1005840" y="2395728"/>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xmlns:a="http://schemas.openxmlformats.org/drawingml/2006/main">
              <a:ext uri="{FF2B5EF4-FFF2-40B4-BE49-F238E27FC236}">
                <a16:creationId xmlns:a16="http://schemas.microsoft.com/office/drawing/2014/main" id="{49FB6EDE-57C9-47FB-BE95-7C768A9879FB}"/>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2256E7EE-3A86-4A0E-BF6B-8EA1867A7622}"/>
              </a:ext>
            </a:extLst>
          </p:cNvPr>
          <p:cNvSpPr>
            <a:spLocks xmlns:a="http://schemas.openxmlformats.org/drawingml/2006/main" noGrp="1"/>
          </p:cNvSpPr>
          <p:nvPr/>
        </p:nvSpPr>
        <p:spPr>
          <a:xfrm xmlns:a="http://schemas.openxmlformats.org/drawingml/2006/main">
            <a:off x="502920" y="300837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6A802340-67AA-466D-BE2E-95122FF52C7D}"/>
              </a:ext>
            </a:extLst>
          </p:cNvPr>
          <p:cNvSpPr>
            <a:spLocks xmlns:a="http://schemas.openxmlformats.org/drawingml/2006/main" noGrp="1"/>
          </p:cNvSpPr>
          <p:nvPr/>
        </p:nvSpPr>
        <p:spPr>
          <a:xfrm xmlns:a="http://schemas.openxmlformats.org/drawingml/2006/main">
            <a:off x="1005840" y="2962656"/>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Extract to any convenient folder. You get EU_SAE_520_w5l (5.2.0, wizard 5.12).</a:t>
            </a:r>
          </a:p>
        </p:txBody>
      </p:sp>
      <p:sp>
        <p:nvSpPr>
          <p:cNvPr id="19" name="Shape 17">
            <a:extLst xmlns:a="http://schemas.openxmlformats.org/drawingml/2006/main">
              <a:ext uri="{FF2B5EF4-FFF2-40B4-BE49-F238E27FC236}">
                <a16:creationId xmlns:a16="http://schemas.microsoft.com/office/drawing/2014/main" id="{6C4194F8-8391-46BD-B6CE-9C30BA8A8D23}"/>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35DC729-FCE3-4560-802D-4D3894AB4642}"/>
              </a:ext>
            </a:extLst>
          </p:cNvPr>
          <p:cNvSpPr>
            <a:spLocks xmlns:a="http://schemas.openxmlformats.org/drawingml/2006/main" noGrp="1"/>
          </p:cNvSpPr>
          <p:nvPr/>
        </p:nvSpPr>
        <p:spPr>
          <a:xfrm xmlns:a="http://schemas.openxmlformats.org/drawingml/2006/main">
            <a:off x="502920" y="357530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EA90A769-0424-4BEF-803F-1860AD68EABF}"/>
              </a:ext>
            </a:extLst>
          </p:cNvPr>
          <p:cNvSpPr>
            <a:spLocks xmlns:a="http://schemas.openxmlformats.org/drawingml/2006/main" noGrp="1"/>
          </p:cNvSpPr>
          <p:nvPr/>
        </p:nvSpPr>
        <p:spPr>
          <a:xfrm xmlns:a="http://schemas.openxmlformats.org/drawingml/2006/main">
            <a:off x="1005840" y="3529584"/>
            <a:ext cx="4434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0F1E3F"/>
                </a:solidFill>
                <a:latin typeface="Calibri"/>
                <a:ea typeface="Calibri"/>
                <a:cs typeface="Calibri"/>
              </a:rPr>
              <a:t>Open EU_SAE_520_w5l. Launchers for every system are in Start_Here. Example data to practise with: Data/simulated/ and Data/Spain/.</a:t>
            </a:r>
          </a:p>
        </p:txBody>
      </p:sp>
      <p:sp>
        <p:nvSpPr>
          <p:cNvPr id="22" name="Shape 20">
            <a:extLst xmlns:a="http://schemas.openxmlformats.org/drawingml/2006/main">
              <a:ext uri="{FF2B5EF4-FFF2-40B4-BE49-F238E27FC236}">
                <a16:creationId xmlns:a16="http://schemas.microsoft.com/office/drawing/2014/main" id="{0885CBFB-1984-4073-9C63-B1D3D195A816}"/>
              </a:ext>
            </a:extLst>
          </p:cNvPr>
          <p:cNvSpPr>
            <a:spLocks xmlns:a="http://schemas.openxmlformats.org/drawingml/2006/main" noGrp="1"/>
          </p:cNvSpPr>
          <p:nvPr/>
        </p:nvSpPr>
        <p:spPr>
          <a:xfrm xmlns:a="http://schemas.openxmlformats.org/drawingml/2006/main">
            <a:off x="5852160" y="1783080"/>
            <a:ext cx="2788920" cy="2697480"/>
          </a:xfrm>
          <a:prstGeom xmlns:a="http://schemas.openxmlformats.org/drawingml/2006/main" prst="rect">
            <a:avLst/>
          </a:prstGeom>
          <a:solidFill xmlns:a="http://schemas.openxmlformats.org/drawingml/2006/main">
            <a:srgbClr val="0E1B36"/>
          </a:solidFill>
          <a:ln xmlns:a="http://schemas.openxmlformats.org/drawingml/2006/main" w="9525">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96D8CB7-7A46-4608-BEA8-3C3ADACB9CD2}"/>
              </a:ext>
            </a:extLst>
          </p:cNvPr>
          <p:cNvSpPr>
            <a:spLocks xmlns:a="http://schemas.openxmlformats.org/drawingml/2006/main" noGrp="1"/>
          </p:cNvSpPr>
          <p:nvPr/>
        </p:nvSpPr>
        <p:spPr>
          <a:xfrm xmlns:a="http://schemas.openxmlformats.org/drawingml/2006/main">
            <a:off x="6080760" y="1965960"/>
            <a:ext cx="246888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CADCFC"/>
                </a:solidFill>
                <a:latin typeface="Consolas"/>
                <a:ea typeface="Consolas"/>
                <a:cs typeface="Consolas"/>
              </a:rPr>
              <a:t>EU_SAE_520_w5l/</a:t>
            </a:r>
          </a:p>
          <a:p xmlns:a="http://schemas.openxmlformats.org/drawingml/2006/main">
            <a:pPr marL="0" indent="0">
              <a:buNone/>
            </a:pPr>
            <a:r>
              <a:rPr sz="1200">
                <a:solidFill>
                  <a:srgbClr val="CADCFC"/>
                </a:solidFill>
                <a:latin typeface="Consolas"/>
                <a:ea typeface="Consolas"/>
                <a:cs typeface="Consolas"/>
              </a:rPr>
              <a:t>├── Start_Here/</a:t>
            </a:r>
          </a:p>
          <a:p xmlns:a="http://schemas.openxmlformats.org/drawingml/2006/main">
            <a:pPr marL="0" indent="0">
              <a:buNone/>
            </a:pPr>
            <a:r>
              <a:rPr sz="1200">
                <a:solidFill>
                  <a:srgbClr val="CADCFC"/>
                </a:solidFill>
                <a:latin typeface="Consolas"/>
                <a:ea typeface="Consolas"/>
                <a:cs typeface="Consolas"/>
              </a:rPr>
              <a:t>├── app.R + app_wizard.R</a:t>
            </a:r>
          </a:p>
          <a:p xmlns:a="http://schemas.openxmlformats.org/drawingml/2006/main">
            <a:pPr marL="0" indent="0">
              <a:buNone/>
            </a:pPr>
            <a:r>
              <a:rPr sz="1200">
                <a:solidFill>
                  <a:srgbClr val="CADCFC"/>
                </a:solidFill>
                <a:latin typeface="Consolas"/>
                <a:ea typeface="Consolas"/>
                <a:cs typeface="Consolas"/>
              </a:rPr>
              <a:t>├── R/ + scripts/ + tests/</a:t>
            </a:r>
          </a:p>
          <a:p xmlns:a="http://schemas.openxmlformats.org/drawingml/2006/main">
            <a:pPr marL="0" indent="0">
              <a:buNone/>
            </a:pPr>
            <a:r>
              <a:rPr sz="1200">
                <a:solidFill>
                  <a:srgbClr val="CADCFC"/>
                </a:solidFill>
                <a:latin typeface="Consolas"/>
                <a:ea typeface="Consolas"/>
                <a:cs typeface="Consolas"/>
              </a:rPr>
              <a:t>├── Data/  (examples)</a:t>
            </a:r>
          </a:p>
          <a:p xmlns:a="http://schemas.openxmlformats.org/drawingml/2006/main">
            <a:pPr marL="0" indent="0">
              <a:buNone/>
            </a:pPr>
            <a:r>
              <a:rPr sz="1200">
                <a:solidFill>
                  <a:srgbClr val="CADCFC"/>
                </a:solidFill>
                <a:latin typeface="Consolas"/>
                <a:ea typeface="Consolas"/>
                <a:cs typeface="Consolas"/>
              </a:rPr>
              <a:t>├── docs/</a:t>
            </a:r>
          </a:p>
          <a:p xmlns:a="http://schemas.openxmlformats.org/drawingml/2006/main">
            <a:pPr marL="0" indent="0">
              <a:buNone/>
            </a:pPr>
            <a:r>
              <a:rPr sz="1200">
                <a:solidFill>
                  <a:srgbClr val="CADCFC"/>
                </a:solidFill>
                <a:latin typeface="Consolas"/>
                <a:ea typeface="Consolas"/>
                <a:cs typeface="Consolas"/>
              </a:rPr>
              <a:t>├── outputs/  (empty)</a:t>
            </a:r>
          </a:p>
          <a:p xmlns:a="http://schemas.openxmlformats.org/drawingml/2006/main">
            <a:pPr marL="0" indent="0">
              <a:buNone/>
            </a:pPr>
            <a:r>
              <a:rPr sz="1200">
                <a:solidFill>
                  <a:srgbClr val="CADCFC"/>
                </a:solidFill>
                <a:latin typeface="Consolas"/>
                <a:ea typeface="Consolas"/>
                <a:cs typeface="Consolas"/>
              </a:rPr>
              <a:t>├── LICENSE + NOTICE</a:t>
            </a:r>
          </a:p>
          <a:p xmlns:a="http://schemas.openxmlformats.org/drawingml/2006/main">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sld>
</file>

<file path=ppt/slides/slide1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3ECC74-7841-4733-B6BE-FA8C0F8DB8C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0939651-E103-4C42-80B1-772EA3AE8900}"/>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53A0BED-3678-49ED-9CE4-742E41665BC6}"/>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SETUP  ·  3 OF 4</a:t>
            </a:r>
          </a:p>
        </p:txBody>
      </p:sp>
      <p:sp>
        <p:nvSpPr>
          <p:cNvPr id="5" name="Shape 3">
            <a:extLst xmlns:a="http://schemas.openxmlformats.org/drawingml/2006/main">
              <a:ext uri="{FF2B5EF4-FFF2-40B4-BE49-F238E27FC236}">
                <a16:creationId xmlns:a16="http://schemas.microsoft.com/office/drawing/2014/main" id="{0715535A-36CC-4EE7-9AE0-BBF377754E60}"/>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DE961AC-AAB9-4B33-B229-C5C935F16F3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89B2D581-95ED-4C0B-813C-E6CAA4E1387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10 / 59</a:t>
            </a:r>
          </a:p>
        </p:txBody>
      </p:sp>
      <p:sp>
        <p:nvSpPr>
          <p:cNvPr id="8" name="Text 6">
            <a:extLst xmlns:a="http://schemas.openxmlformats.org/drawingml/2006/main">
              <a:ext uri="{FF2B5EF4-FFF2-40B4-BE49-F238E27FC236}">
                <a16:creationId xmlns:a16="http://schemas.microsoft.com/office/drawing/2014/main" id="{32DF2588-134E-450D-B2FE-93CE258801F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Launch the app</a:t>
            </a:r>
          </a:p>
        </p:txBody>
      </p:sp>
      <p:sp>
        <p:nvSpPr>
          <p:cNvPr id="9" name="Text 7">
            <a:extLst xmlns:a="http://schemas.openxmlformats.org/drawingml/2006/main">
              <a:ext uri="{FF2B5EF4-FFF2-40B4-BE49-F238E27FC236}">
                <a16:creationId xmlns:a16="http://schemas.microsoft.com/office/drawing/2014/main" id="{36C30989-EEA0-4EAE-B468-AA5EE355BF01}"/>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xmlns:a="http://schemas.openxmlformats.org/drawingml/2006/main">
              <a:ext uri="{FF2B5EF4-FFF2-40B4-BE49-F238E27FC236}">
                <a16:creationId xmlns:a16="http://schemas.microsoft.com/office/drawing/2014/main" id="{84EB1DAA-16A3-41C9-A660-A99832805286}"/>
              </a:ext>
            </a:extLst>
          </p:cNvPr>
          <p:cNvSpPr>
            <a:spLocks xmlns:a="http://schemas.openxmlformats.org/drawingml/2006/main" noGrp="1"/>
          </p:cNvSpPr>
          <p:nvPr/>
        </p:nvSpPr>
        <p:spPr>
          <a:xfrm xmlns:a="http://schemas.openxmlformats.org/drawingml/2006/main">
            <a:off x="502920" y="1828800"/>
            <a:ext cx="8138160" cy="50292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A136B662-E487-4DC9-9601-A500A4BEA5CE}"/>
              </a:ext>
            </a:extLst>
          </p:cNvPr>
          <p:cNvSpPr>
            <a:spLocks xmlns:a="http://schemas.openxmlformats.org/drawingml/2006/main" noGrp="1"/>
          </p:cNvSpPr>
          <p:nvPr/>
        </p:nvSpPr>
        <p:spPr>
          <a:xfrm xmlns:a="http://schemas.openxmlformats.org/drawingml/2006/main">
            <a:off x="502920" y="1828800"/>
            <a:ext cx="54864" cy="50292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D97AB321-C99F-46FE-BC71-6FF38C56BDD9}"/>
              </a:ext>
            </a:extLst>
          </p:cNvPr>
          <p:cNvSpPr>
            <a:spLocks xmlns:a="http://schemas.openxmlformats.org/drawingml/2006/main" noGrp="1"/>
          </p:cNvSpPr>
          <p:nvPr/>
        </p:nvSpPr>
        <p:spPr>
          <a:xfrm xmlns:a="http://schemas.openxmlformats.org/drawingml/2006/main">
            <a:off x="667512" y="1828800"/>
            <a:ext cx="788212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xmlns:a="http://schemas.openxmlformats.org/drawingml/2006/main">
              <a:ext uri="{FF2B5EF4-FFF2-40B4-BE49-F238E27FC236}">
                <a16:creationId xmlns:a16="http://schemas.microsoft.com/office/drawing/2014/main" id="{B8CB0C94-884B-408A-B0C6-062186D56F27}"/>
              </a:ext>
            </a:extLst>
          </p:cNvPr>
          <p:cNvSpPr>
            <a:spLocks xmlns:a="http://schemas.openxmlformats.org/drawingml/2006/main" noGrp="1"/>
          </p:cNvSpPr>
          <p:nvPr/>
        </p:nvSpPr>
        <p:spPr>
          <a:xfrm xmlns:a="http://schemas.openxmlformats.org/drawingml/2006/main">
            <a:off x="50292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BA7A4757-E774-47C3-8529-080E53AD8408}"/>
              </a:ext>
            </a:extLst>
          </p:cNvPr>
          <p:cNvSpPr>
            <a:spLocks xmlns:a="http://schemas.openxmlformats.org/drawingml/2006/main" noGrp="1"/>
          </p:cNvSpPr>
          <p:nvPr/>
        </p:nvSpPr>
        <p:spPr>
          <a:xfrm xmlns:a="http://schemas.openxmlformats.org/drawingml/2006/main">
            <a:off x="50292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85feed04cb6a4a45"/>
          <a:stretch xmlns:a="http://schemas.openxmlformats.org/drawingml/2006/main">
            <a:fillRect l="0" t="0" r="0" b="0"/>
          </a:stretch>
        </p:blipFill>
        <p:spPr>
          <a:xfrm xmlns:a="http://schemas.openxmlformats.org/drawingml/2006/main">
            <a:off x="777240" y="2999232"/>
            <a:ext cx="384048" cy="384048"/>
          </a:xfrm>
          <a:prstGeom xmlns:a="http://schemas.openxmlformats.org/drawingml/2006/main" prst="rect">
            <a:avLst/>
          </a:prstGeom>
        </p:spPr>
      </p:pic>
      <p:sp>
        <p:nvSpPr>
          <p:cNvPr id="16" name="Text 13">
            <a:extLst xmlns:a="http://schemas.openxmlformats.org/drawingml/2006/main">
              <a:ext uri="{FF2B5EF4-FFF2-40B4-BE49-F238E27FC236}">
                <a16:creationId xmlns:a16="http://schemas.microsoft.com/office/drawing/2014/main" id="{C20F2953-5D60-477A-AA85-D4559644298A}"/>
              </a:ext>
            </a:extLst>
          </p:cNvPr>
          <p:cNvSpPr>
            <a:spLocks xmlns:a="http://schemas.openxmlformats.org/drawingml/2006/main" noGrp="1"/>
          </p:cNvSpPr>
          <p:nvPr/>
        </p:nvSpPr>
        <p:spPr>
          <a:xfrm xmlns:a="http://schemas.openxmlformats.org/drawingml/2006/main">
            <a:off x="77724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First launch</a:t>
            </a:r>
          </a:p>
        </p:txBody>
      </p:sp>
      <p:sp>
        <p:nvSpPr>
          <p:cNvPr id="17" name="Text 14">
            <a:extLst xmlns:a="http://schemas.openxmlformats.org/drawingml/2006/main">
              <a:ext uri="{FF2B5EF4-FFF2-40B4-BE49-F238E27FC236}">
                <a16:creationId xmlns:a16="http://schemas.microsoft.com/office/drawing/2014/main" id="{AA721920-F814-47B5-81CA-82F5FADB55D1}"/>
              </a:ext>
            </a:extLst>
          </p:cNvPr>
          <p:cNvSpPr>
            <a:spLocks xmlns:a="http://schemas.openxmlformats.org/drawingml/2006/main" noGrp="1"/>
          </p:cNvSpPr>
          <p:nvPr/>
        </p:nvSpPr>
        <p:spPr>
          <a:xfrm xmlns:a="http://schemas.openxmlformats.org/drawingml/2006/main">
            <a:off x="77724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xmlns:a="http://schemas.openxmlformats.org/drawingml/2006/main">
              <a:ext uri="{FF2B5EF4-FFF2-40B4-BE49-F238E27FC236}">
                <a16:creationId xmlns:a16="http://schemas.microsoft.com/office/drawing/2014/main" id="{7479973E-E121-48E0-973F-5AEF47A94B35}"/>
              </a:ext>
            </a:extLst>
          </p:cNvPr>
          <p:cNvSpPr>
            <a:spLocks xmlns:a="http://schemas.openxmlformats.org/drawingml/2006/main" noGrp="1"/>
          </p:cNvSpPr>
          <p:nvPr/>
        </p:nvSpPr>
        <p:spPr>
          <a:xfrm xmlns:a="http://schemas.openxmlformats.org/drawingml/2006/main">
            <a:off x="327660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6">
            <a:extLst xmlns:a="http://schemas.openxmlformats.org/drawingml/2006/main">
              <a:ext uri="{FF2B5EF4-FFF2-40B4-BE49-F238E27FC236}">
                <a16:creationId xmlns:a16="http://schemas.microsoft.com/office/drawing/2014/main" id="{16103C69-F5B6-4681-B757-03CB2C50B46A}"/>
              </a:ext>
            </a:extLst>
          </p:cNvPr>
          <p:cNvSpPr>
            <a:spLocks xmlns:a="http://schemas.openxmlformats.org/drawingml/2006/main" noGrp="1"/>
          </p:cNvSpPr>
          <p:nvPr/>
        </p:nvSpPr>
        <p:spPr>
          <a:xfrm xmlns:a="http://schemas.openxmlformats.org/drawingml/2006/main">
            <a:off x="327660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45f123cec12141e5"/>
          <a:stretch xmlns:a="http://schemas.openxmlformats.org/drawingml/2006/main">
            <a:fillRect l="0" t="0" r="0" b="0"/>
          </a:stretch>
        </p:blipFill>
        <p:spPr>
          <a:xfrm xmlns:a="http://schemas.openxmlformats.org/drawingml/2006/main">
            <a:off x="3550920" y="299923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2FC3257F-EC48-4E70-B42C-8DAFFDED5E4F}"/>
              </a:ext>
            </a:extLst>
          </p:cNvPr>
          <p:cNvSpPr>
            <a:spLocks xmlns:a="http://schemas.openxmlformats.org/drawingml/2006/main" noGrp="1"/>
          </p:cNvSpPr>
          <p:nvPr/>
        </p:nvSpPr>
        <p:spPr>
          <a:xfrm xmlns:a="http://schemas.openxmlformats.org/drawingml/2006/main">
            <a:off x="355092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Click Start an analysis</a:t>
            </a:r>
          </a:p>
        </p:txBody>
      </p:sp>
      <p:sp>
        <p:nvSpPr>
          <p:cNvPr id="22" name="Text 18">
            <a:extLst xmlns:a="http://schemas.openxmlformats.org/drawingml/2006/main">
              <a:ext uri="{FF2B5EF4-FFF2-40B4-BE49-F238E27FC236}">
                <a16:creationId xmlns:a16="http://schemas.microsoft.com/office/drawing/2014/main" id="{91FFBD53-2D15-46EB-A2B5-867E2F7ACCA2}"/>
              </a:ext>
            </a:extLst>
          </p:cNvPr>
          <p:cNvSpPr>
            <a:spLocks xmlns:a="http://schemas.openxmlformats.org/drawingml/2006/main" noGrp="1"/>
          </p:cNvSpPr>
          <p:nvPr/>
        </p:nvSpPr>
        <p:spPr>
          <a:xfrm xmlns:a="http://schemas.openxmlformats.org/drawingml/2006/main">
            <a:off x="355092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The wizard opens at Step 1 — Data.</a:t>
            </a:r>
          </a:p>
        </p:txBody>
      </p:sp>
      <p:sp>
        <p:nvSpPr>
          <p:cNvPr id="23" name="Shape 19">
            <a:extLst xmlns:a="http://schemas.openxmlformats.org/drawingml/2006/main">
              <a:ext uri="{FF2B5EF4-FFF2-40B4-BE49-F238E27FC236}">
                <a16:creationId xmlns:a16="http://schemas.microsoft.com/office/drawing/2014/main" id="{25521568-8390-4D5C-939B-C75B05500B66}"/>
              </a:ext>
            </a:extLst>
          </p:cNvPr>
          <p:cNvSpPr>
            <a:spLocks xmlns:a="http://schemas.openxmlformats.org/drawingml/2006/main" noGrp="1"/>
          </p:cNvSpPr>
          <p:nvPr/>
        </p:nvSpPr>
        <p:spPr>
          <a:xfrm xmlns:a="http://schemas.openxmlformats.org/drawingml/2006/main">
            <a:off x="6050280" y="2743200"/>
            <a:ext cx="2590800" cy="17373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52D6CBA0-30B2-4CCC-8814-12AEEEDA3875}"/>
              </a:ext>
            </a:extLst>
          </p:cNvPr>
          <p:cNvSpPr>
            <a:spLocks xmlns:a="http://schemas.openxmlformats.org/drawingml/2006/main" noGrp="1"/>
          </p:cNvSpPr>
          <p:nvPr/>
        </p:nvSpPr>
        <p:spPr>
          <a:xfrm xmlns:a="http://schemas.openxmlformats.org/drawingml/2006/main">
            <a:off x="6050280" y="2743200"/>
            <a:ext cx="54864" cy="173736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a415759f1c7647f3"/>
          <a:stretch xmlns:a="http://schemas.openxmlformats.org/drawingml/2006/main">
            <a:fillRect l="0" t="0" r="0" b="0"/>
          </a:stretch>
        </p:blipFill>
        <p:spPr>
          <a:xfrm xmlns:a="http://schemas.openxmlformats.org/drawingml/2006/main">
            <a:off x="6324600" y="2999232"/>
            <a:ext cx="384048" cy="384048"/>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A564DD73-BDFD-4F6A-9038-1D3AA4A21B09}"/>
              </a:ext>
            </a:extLst>
          </p:cNvPr>
          <p:cNvSpPr>
            <a:spLocks xmlns:a="http://schemas.openxmlformats.org/drawingml/2006/main" noGrp="1"/>
          </p:cNvSpPr>
          <p:nvPr/>
        </p:nvSpPr>
        <p:spPr>
          <a:xfrm xmlns:a="http://schemas.openxmlformats.org/drawingml/2006/main">
            <a:off x="6324600" y="352044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Classic dashboard</a:t>
            </a:r>
          </a:p>
        </p:txBody>
      </p:sp>
      <p:sp>
        <p:nvSpPr>
          <p:cNvPr id="27" name="Text 22">
            <a:extLst xmlns:a="http://schemas.openxmlformats.org/drawingml/2006/main">
              <a:ext uri="{FF2B5EF4-FFF2-40B4-BE49-F238E27FC236}">
                <a16:creationId xmlns:a16="http://schemas.microsoft.com/office/drawing/2014/main" id="{2946FA38-171A-4FA2-8E04-63B2543B623B}"/>
              </a:ext>
            </a:extLst>
          </p:cNvPr>
          <p:cNvSpPr>
            <a:spLocks xmlns:a="http://schemas.openxmlformats.org/drawingml/2006/main" noGrp="1"/>
          </p:cNvSpPr>
          <p:nvPr/>
        </p:nvSpPr>
        <p:spPr>
          <a:xfrm xmlns:a="http://schemas.openxmlformats.org/drawingml/2006/main">
            <a:off x="6324600" y="3886200"/>
            <a:ext cx="2133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581811692a734950"/>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BC59E73-14FC-4B2A-BDFD-088765F5696F}"/>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02</a:t>
            </a:r>
          </a:p>
        </p:txBody>
      </p:sp>
      <p:sp>
        <p:nvSpPr>
          <p:cNvPr id="4" name="Shape 1">
            <a:extLst xmlns:a="http://schemas.openxmlformats.org/drawingml/2006/main">
              <a:ext uri="{FF2B5EF4-FFF2-40B4-BE49-F238E27FC236}">
                <a16:creationId xmlns:a16="http://schemas.microsoft.com/office/drawing/2014/main" id="{E7C51D98-AE59-4EB7-9D80-8FAD97541447}"/>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0D81BDB0-0100-4DAC-A041-2BE377C8BB3B}"/>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libri"/>
                <a:ea typeface="Calibri"/>
                <a:cs typeface="Calibri"/>
              </a:rPr>
              <a:t>The wizard,</a:t>
            </a:r>
          </a:p>
          <a:p xmlns:a="http://schemas.openxmlformats.org/drawingml/2006/main">
            <a:pPr marL="0" indent="0">
              <a:buNone/>
            </a:pPr>
            <a:r>
              <a:rPr sz="3800" b="1">
                <a:solidFill>
                  <a:srgbClr val="FFFFFF"/>
                </a:solidFill>
                <a:latin typeface="Calibri"/>
                <a:ea typeface="Calibri"/>
                <a:cs typeface="Calibri"/>
              </a:rPr>
              <a:t>step by step</a:t>
            </a:r>
          </a:p>
        </p:txBody>
      </p:sp>
      <p:sp>
        <p:nvSpPr>
          <p:cNvPr id="6" name="Text 3">
            <a:extLst xmlns:a="http://schemas.openxmlformats.org/drawingml/2006/main">
              <a:ext uri="{FF2B5EF4-FFF2-40B4-BE49-F238E27FC236}">
                <a16:creationId xmlns:a16="http://schemas.microsoft.com/office/drawing/2014/main" id="{BE5A046D-D445-4CD2-9911-15335EF205A8}"/>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xmlns:a="http://schemas.openxmlformats.org/drawingml/2006/main">
              <a:ext uri="{FF2B5EF4-FFF2-40B4-BE49-F238E27FC236}">
                <a16:creationId xmlns:a16="http://schemas.microsoft.com/office/drawing/2014/main" id="{7E5C4074-3F57-4ACA-AEDC-8308D69FC9B6}"/>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14 / 59</a:t>
            </a:r>
          </a:p>
        </p:txBody>
      </p:sp>
    </p:spTree>
    <p:extLst>
      <p:ext uri="{BB962C8B-B14F-4D97-AF65-F5344CB8AC3E}">
        <p14:creationId xmlns:p14="http://schemas.microsoft.com/office/powerpoint/2010/main" val="1104403396"/>
      </p:ext>
    </p:extLst>
  </p:cSld>
</p:sld>
</file>

<file path=ppt/slides/slide1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FRONT PAGE</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15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Start here — the front page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xmlns:a="http://schemas.openxmlformats.org/drawingml/2006/main">
              <a:ext uri="{FF2B5EF4-FFF2-40B4-BE49-F238E27FC236}">
                <a16:creationId xmlns:a16="http://schemas.microsoft.com/office/drawing/2014/main" id="{DABB49EC-2E4B-4E41-BE83-5861BE459254}"/>
              </a:ext>
            </a:extLst>
          </p:cNvPr>
          <p:cNvSpPr>
            <a:spLocks xmlns:a="http://schemas.openxmlformats.org/drawingml/2006/main" noGrp="1"/>
          </p:cNvSpPr>
          <p:nvPr/>
        </p:nvSpPr>
        <p:spPr>
          <a:xfrm xmlns:a="http://schemas.openxmlformats.org/drawingml/2006/main">
            <a:off x="502920" y="1828800"/>
            <a:ext cx="4937760" cy="265176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72AA6CD-2144-4DFE-9AA6-81FED4E19BFE}"/>
              </a:ext>
            </a:extLst>
          </p:cNvPr>
          <p:cNvSpPr>
            <a:spLocks xmlns:a="http://schemas.openxmlformats.org/drawingml/2006/main" noGrp="1"/>
          </p:cNvSpPr>
          <p:nvPr/>
        </p:nvSpPr>
        <p:spPr>
          <a:xfrm xmlns:a="http://schemas.openxmlformats.org/drawingml/2006/main">
            <a:off x="502920" y="1828800"/>
            <a:ext cx="4937760" cy="292608"/>
          </a:xfrm>
          <a:prstGeom xmlns:a="http://schemas.openxmlformats.org/drawingml/2006/main" prst="rect">
            <a:avLst/>
          </a:prstGeom>
          <a:solidFill xmlns:a="http://schemas.openxmlformats.org/drawingml/2006/main">
            <a:srgbClr val="EEF1F7"/>
          </a:solidFill>
          <a:ln xmlns:a="http://schemas.openxmlformats.org/drawingml/2006/main" w="12700">
            <a:solidFill>
              <a:srgbClr val="EEF1F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9A23F856-57CC-45B5-88C0-B11A51CF0BC4}"/>
              </a:ext>
            </a:extLst>
          </p:cNvPr>
          <p:cNvSpPr>
            <a:spLocks xmlns:a="http://schemas.openxmlformats.org/drawingml/2006/main" noGrp="1"/>
          </p:cNvSpPr>
          <p:nvPr/>
        </p:nvSpPr>
        <p:spPr>
          <a:xfrm xmlns:a="http://schemas.openxmlformats.org/drawingml/2006/main">
            <a:off x="640080" y="1911096"/>
            <a:ext cx="128016" cy="128016"/>
          </a:xfrm>
          <a:prstGeom xmlns:a="http://schemas.openxmlformats.org/drawingml/2006/main" prst="ellipse">
            <a:avLst/>
          </a:prstGeom>
          <a:solidFill xmlns:a="http://schemas.openxmlformats.org/drawingml/2006/main">
            <a:srgbClr val="E74C3C"/>
          </a:solidFill>
          <a:ln xmlns:a="http://schemas.openxmlformats.org/drawingml/2006/main" w="12700">
            <a:solidFill>
              <a:srgbClr val="E74C3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3C47222D-89E1-4C99-A44F-C4780B859E23}"/>
              </a:ext>
            </a:extLst>
          </p:cNvPr>
          <p:cNvSpPr>
            <a:spLocks xmlns:a="http://schemas.openxmlformats.org/drawingml/2006/main" noGrp="1"/>
          </p:cNvSpPr>
          <p:nvPr/>
        </p:nvSpPr>
        <p:spPr>
          <a:xfrm xmlns:a="http://schemas.openxmlformats.org/drawingml/2006/main">
            <a:off x="841248" y="1911096"/>
            <a:ext cx="128016" cy="128016"/>
          </a:xfrm>
          <a:prstGeom xmlns:a="http://schemas.openxmlformats.org/drawingml/2006/main" prst="ellipse">
            <a:avLst/>
          </a:prstGeom>
          <a:solidFill xmlns:a="http://schemas.openxmlformats.org/drawingml/2006/main">
            <a:srgbClr val="F1C40F"/>
          </a:solidFill>
          <a:ln xmlns:a="http://schemas.openxmlformats.org/drawingml/2006/main" w="12700">
            <a:solidFill>
              <a:srgbClr val="F1C40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553E0A90-FA6F-457A-93D6-A11927725584}"/>
              </a:ext>
            </a:extLst>
          </p:cNvPr>
          <p:cNvSpPr>
            <a:spLocks xmlns:a="http://schemas.openxmlformats.org/drawingml/2006/main" noGrp="1"/>
          </p:cNvSpPr>
          <p:nvPr/>
        </p:nvSpPr>
        <p:spPr>
          <a:xfrm xmlns:a="http://schemas.openxmlformats.org/drawingml/2006/main">
            <a:off x="1042416" y="1911096"/>
            <a:ext cx="128016" cy="128016"/>
          </a:xfrm>
          <a:prstGeom xmlns:a="http://schemas.openxmlformats.org/drawingml/2006/main" prst="ellipse">
            <a:avLst/>
          </a:prstGeom>
          <a:solidFill xmlns:a="http://schemas.openxmlformats.org/drawingml/2006/main">
            <a:srgbClr val="2ECC71"/>
          </a:solidFill>
          <a:ln xmlns:a="http://schemas.openxmlformats.org/drawingml/2006/main" w="12700">
            <a:solidFill>
              <a:srgbClr val="2ECC7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81DC4015-1014-4D05-A7AF-44D54B5B062A}"/>
              </a:ext>
            </a:extLst>
          </p:cNvPr>
          <p:cNvSpPr>
            <a:spLocks xmlns:a="http://schemas.openxmlformats.org/drawingml/2006/main" noGrp="1"/>
          </p:cNvSpPr>
          <p:nvPr/>
        </p:nvSpPr>
        <p:spPr>
          <a:xfrm xmlns:a="http://schemas.openxmlformats.org/drawingml/2006/main">
            <a:off x="1417320" y="1847088"/>
            <a:ext cx="3840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A8CAE"/>
                </a:solidFill>
                <a:latin typeface="Consolas"/>
                <a:ea typeface="Consolas"/>
                <a:cs typeface="Consolas"/>
              </a:rPr>
              <a:t>localhost:####</a:t>
            </a:r>
          </a:p>
        </p:txBody>
      </p:sp>
      <p:pic>
        <p:nvPicPr>
          <p:cNvPr id="48" name="Front page"/>
          <p:cNvPicPr>
            <a:picLocks xmlns:a="http://schemas.openxmlformats.org/drawingml/2006/main" noChangeAspect="1"/>
          </p:cNvPicPr>
          <p:nvPr/>
        </p:nvPicPr>
        <p:blipFill>
          <a:blip xmlns:r="http://schemas.openxmlformats.org/officeDocument/2006/relationships" xmlns:a="http://schemas.openxmlformats.org/drawingml/2006/main" r:embed="Rf43c8e977de34a0d"/>
          <a:stretch xmlns:a="http://schemas.openxmlformats.org/drawingml/2006/main">
            <a:fillRect l="0" t="0" r="0" b="0"/>
          </a:stretch>
        </p:blipFill>
        <p:spPr>
          <a:xfrm xmlns:a="http://schemas.openxmlformats.org/drawingml/2006/main">
            <a:off x="502920" y="2121408"/>
            <a:ext cx="4937760" cy="2359152"/>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8FE301E1-A7E4-4D78-AF50-A71903D890D9}"/>
              </a:ext>
            </a:extLst>
          </p:cNvPr>
          <p:cNvSpPr>
            <a:spLocks xmlns:a="http://schemas.openxmlformats.org/drawingml/2006/main" noGrp="1"/>
          </p:cNvSpPr>
          <p:nvPr/>
        </p:nvSpPr>
        <p:spPr>
          <a:xfrm xmlns:a="http://schemas.openxmlformats.org/drawingml/2006/main">
            <a:off x="5669280" y="182880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What you'll find</a:t>
            </a:r>
          </a:p>
        </p:txBody>
      </p:sp>
      <p:sp>
        <p:nvSpPr>
          <p:cNvPr id="23" name="Shape 20">
            <a:extLst xmlns:a="http://schemas.openxmlformats.org/drawingml/2006/main">
              <a:ext uri="{FF2B5EF4-FFF2-40B4-BE49-F238E27FC236}">
                <a16:creationId xmlns:a16="http://schemas.microsoft.com/office/drawing/2014/main" id="{48DDF1AB-DE6C-4DEF-8980-440B0867FBE8}"/>
              </a:ext>
            </a:extLst>
          </p:cNvPr>
          <p:cNvSpPr>
            <a:spLocks xmlns:a="http://schemas.openxmlformats.org/drawingml/2006/main" noGrp="1"/>
          </p:cNvSpPr>
          <p:nvPr/>
        </p:nvSpPr>
        <p:spPr>
          <a:xfrm xmlns:a="http://schemas.openxmlformats.org/drawingml/2006/main">
            <a:off x="5669280" y="239572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897880" y="228600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xmlns:a="http://schemas.openxmlformats.org/drawingml/2006/main">
              <a:ext uri="{FF2B5EF4-FFF2-40B4-BE49-F238E27FC236}">
                <a16:creationId xmlns:a16="http://schemas.microsoft.com/office/drawing/2014/main" id="{7519313F-0031-48ED-BD9B-CAA0029F488E}"/>
              </a:ext>
            </a:extLst>
          </p:cNvPr>
          <p:cNvSpPr>
            <a:spLocks xmlns:a="http://schemas.openxmlformats.org/drawingml/2006/main" noGrp="1"/>
          </p:cNvSpPr>
          <p:nvPr/>
        </p:nvSpPr>
        <p:spPr>
          <a:xfrm xmlns:a="http://schemas.openxmlformats.org/drawingml/2006/main">
            <a:off x="5669280" y="280720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3">
            <a:extLst xmlns:a="http://schemas.openxmlformats.org/drawingml/2006/main">
              <a:ext uri="{FF2B5EF4-FFF2-40B4-BE49-F238E27FC236}">
                <a16:creationId xmlns:a16="http://schemas.microsoft.com/office/drawing/2014/main" id="{B2C42185-2D48-4947-817E-BD0F08AC3460}"/>
              </a:ext>
            </a:extLst>
          </p:cNvPr>
          <p:cNvSpPr>
            <a:spLocks xmlns:a="http://schemas.openxmlformats.org/drawingml/2006/main" noGrp="1"/>
          </p:cNvSpPr>
          <p:nvPr/>
        </p:nvSpPr>
        <p:spPr>
          <a:xfrm xmlns:a="http://schemas.openxmlformats.org/drawingml/2006/main">
            <a:off x="5897880" y="26974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Check Data Readiness, then Run Analysis</a:t>
            </a:r>
          </a:p>
        </p:txBody>
      </p:sp>
      <p:sp>
        <p:nvSpPr>
          <p:cNvPr id="27" name="Shape 24">
            <a:extLst xmlns:a="http://schemas.openxmlformats.org/drawingml/2006/main">
              <a:ext uri="{FF2B5EF4-FFF2-40B4-BE49-F238E27FC236}">
                <a16:creationId xmlns:a16="http://schemas.microsoft.com/office/drawing/2014/main" id="{C15F1493-24A4-43E0-BABC-0CE658AD7B95}"/>
              </a:ext>
            </a:extLst>
          </p:cNvPr>
          <p:cNvSpPr>
            <a:spLocks xmlns:a="http://schemas.openxmlformats.org/drawingml/2006/main" noGrp="1"/>
          </p:cNvSpPr>
          <p:nvPr/>
        </p:nvSpPr>
        <p:spPr>
          <a:xfrm xmlns:a="http://schemas.openxmlformats.org/drawingml/2006/main">
            <a:off x="5669280" y="321868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5">
            <a:extLst xmlns:a="http://schemas.openxmlformats.org/drawingml/2006/main">
              <a:ext uri="{FF2B5EF4-FFF2-40B4-BE49-F238E27FC236}">
                <a16:creationId xmlns:a16="http://schemas.microsoft.com/office/drawing/2014/main" id="{91FE12AD-7121-4851-A775-2823D7342669}"/>
              </a:ext>
            </a:extLst>
          </p:cNvPr>
          <p:cNvSpPr>
            <a:spLocks xmlns:a="http://schemas.openxmlformats.org/drawingml/2006/main" noGrp="1"/>
          </p:cNvSpPr>
          <p:nvPr/>
        </p:nvSpPr>
        <p:spPr>
          <a:xfrm xmlns:a="http://schemas.openxmlformats.org/drawingml/2006/main">
            <a:off x="5897880" y="31089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Preflight — live input checks (wizard Step 6)</a:t>
            </a:r>
          </a:p>
        </p:txBody>
      </p:sp>
      <p:sp>
        <p:nvSpPr>
          <p:cNvPr id="29" name="Shape 26">
            <a:extLst xmlns:a="http://schemas.openxmlformats.org/drawingml/2006/main">
              <a:ext uri="{FF2B5EF4-FFF2-40B4-BE49-F238E27FC236}">
                <a16:creationId xmlns:a16="http://schemas.microsoft.com/office/drawing/2014/main" id="{F2C280DA-9F25-4C8A-A307-AF614764A6D5}"/>
              </a:ext>
            </a:extLst>
          </p:cNvPr>
          <p:cNvSpPr>
            <a:spLocks xmlns:a="http://schemas.openxmlformats.org/drawingml/2006/main" noGrp="1"/>
          </p:cNvSpPr>
          <p:nvPr/>
        </p:nvSpPr>
        <p:spPr>
          <a:xfrm xmlns:a="http://schemas.openxmlformats.org/drawingml/2006/main">
            <a:off x="5669280" y="363016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7">
            <a:extLst xmlns:a="http://schemas.openxmlformats.org/drawingml/2006/main">
              <a:ext uri="{FF2B5EF4-FFF2-40B4-BE49-F238E27FC236}">
                <a16:creationId xmlns:a16="http://schemas.microsoft.com/office/drawing/2014/main" id="{1B81064D-2E09-4CC1-86DC-F673F4DA3119}"/>
              </a:ext>
            </a:extLst>
          </p:cNvPr>
          <p:cNvSpPr>
            <a:spLocks xmlns:a="http://schemas.openxmlformats.org/drawingml/2006/main" noGrp="1"/>
          </p:cNvSpPr>
          <p:nvPr/>
        </p:nvSpPr>
        <p:spPr>
          <a:xfrm xmlns:a="http://schemas.openxmlformats.org/drawingml/2006/main">
            <a:off x="5897880" y="352044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Data Readiness — filled by Check Data Readiness (Step 6)</a:t>
            </a:r>
          </a:p>
        </p:txBody>
      </p:sp>
      <p:sp>
        <p:nvSpPr>
          <p:cNvPr id="31" name="Shape 28">
            <a:extLst xmlns:a="http://schemas.openxmlformats.org/drawingml/2006/main">
              <a:ext uri="{FF2B5EF4-FFF2-40B4-BE49-F238E27FC236}">
                <a16:creationId xmlns:a16="http://schemas.microsoft.com/office/drawing/2014/main" id="{40F99BAC-A7A9-45EF-A00C-0EE0838E91F0}"/>
              </a:ext>
            </a:extLst>
          </p:cNvPr>
          <p:cNvSpPr>
            <a:spLocks xmlns:a="http://schemas.openxmlformats.org/drawingml/2006/main" noGrp="1"/>
          </p:cNvSpPr>
          <p:nvPr/>
        </p:nvSpPr>
        <p:spPr>
          <a:xfrm xmlns:a="http://schemas.openxmlformats.org/drawingml/2006/main">
            <a:off x="5669280" y="4041648"/>
            <a:ext cx="109728" cy="10972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9">
            <a:extLst xmlns:a="http://schemas.openxmlformats.org/drawingml/2006/main">
              <a:ext uri="{FF2B5EF4-FFF2-40B4-BE49-F238E27FC236}">
                <a16:creationId xmlns:a16="http://schemas.microsoft.com/office/drawing/2014/main" id="{CFE99F25-6EAC-41AF-8BB0-603AB3250125}"/>
              </a:ext>
            </a:extLst>
          </p:cNvPr>
          <p:cNvSpPr>
            <a:spLocks xmlns:a="http://schemas.openxmlformats.org/drawingml/2006/main" noGrp="1"/>
          </p:cNvSpPr>
          <p:nvPr/>
        </p:nvSpPr>
        <p:spPr>
          <a:xfrm xmlns:a="http://schemas.openxmlformats.org/drawingml/2006/main">
            <a:off x="5897880" y="393192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16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The wizard at a glance</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fdab742d462e4290"/>
          <a:stretch xmlns:a="http://schemas.openxmlformats.org/drawingml/2006/main">
            <a:fillRect l="0" t="0" r="0" b="0"/>
          </a:stretch>
        </p:blipFill>
        <p:spPr>
          <a:xfrm xmlns:a="http://schemas.openxmlformats.org/drawingml/2006/main">
            <a:off x="502920" y="1847088"/>
            <a:ext cx="5669280" cy="2572436"/>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192024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Breadcrumb</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103120"/>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where you are, and what is still outstanding</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52374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Guidance banner</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2706624"/>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what this step is for, in one line</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12724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Form column</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310128"/>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the inputs; help panels sit to the right</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730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Back / Next</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6400800" y="391363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17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Three things to watch</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847088"/>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xmlns:a="http://schemas.openxmlformats.org/drawingml/2006/main" noChangeAspect="1"/>
          </p:cNvPicPr>
          <p:nvPr/>
        </p:nvPicPr>
        <p:blipFill>
          <a:blip xmlns:r="http://schemas.openxmlformats.org/officeDocument/2006/relationships" xmlns:a="http://schemas.openxmlformats.org/drawingml/2006/main" r:embed="R6335d1f1de8f4ff3"/>
          <a:stretch xmlns:a="http://schemas.openxmlformats.org/drawingml/2006/main">
            <a:fillRect l="0" t="0" r="0" b="0"/>
          </a:stretch>
        </p:blipFill>
        <p:spPr>
          <a:xfrm xmlns:a="http://schemas.openxmlformats.org/drawingml/2006/main">
            <a:off x="502920" y="2084832"/>
            <a:ext cx="6309360" cy="25237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38374"/>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p:cNvPicPr>
            <a:picLocks xmlns:a="http://schemas.openxmlformats.org/drawingml/2006/main" noChangeAspect="1"/>
          </p:cNvPicPr>
          <p:nvPr/>
        </p:nvPicPr>
        <p:blipFill>
          <a:blip xmlns:r="http://schemas.openxmlformats.org/officeDocument/2006/relationships" xmlns:a="http://schemas.openxmlformats.org/drawingml/2006/main" r:embed="Rd3c49b4413be4696"/>
          <a:stretch xmlns:a="http://schemas.openxmlformats.org/drawingml/2006/main">
            <a:fillRect l="0" t="0" r="0" b="0"/>
          </a:stretch>
        </p:blipFill>
        <p:spPr>
          <a:xfrm xmlns:a="http://schemas.openxmlformats.org/drawingml/2006/main">
            <a:off x="502920" y="2776118"/>
            <a:ext cx="6309360" cy="61121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588505"/>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p:cNvPicPr>
            <a:picLocks xmlns:a="http://schemas.openxmlformats.org/drawingml/2006/main" noChangeAspect="1"/>
          </p:cNvPicPr>
          <p:nvPr/>
        </p:nvPicPr>
        <p:blipFill>
          <a:blip xmlns:r="http://schemas.openxmlformats.org/officeDocument/2006/relationships" xmlns:a="http://schemas.openxmlformats.org/drawingml/2006/main" r:embed="R95b857ccc79c47b4"/>
          <a:stretch xmlns:a="http://schemas.openxmlformats.org/drawingml/2006/main">
            <a:fillRect l="0" t="0" r="0" b="0"/>
          </a:stretch>
        </p:blipFill>
        <p:spPr>
          <a:xfrm xmlns:a="http://schemas.openxmlformats.org/drawingml/2006/main">
            <a:off x="502920" y="3826249"/>
            <a:ext cx="6309360" cy="291808"/>
          </a:xfrm>
          <a:prstGeom xmlns:a="http://schemas.openxmlformats.org/drawingml/2006/main" prst="rect">
            <a:avLst/>
          </a:prstGeom>
        </p:spPr>
      </p:pic>
    </p:spTree>
    <p:extLst>
      <p:ext uri="{BB962C8B-B14F-4D97-AF65-F5344CB8AC3E}">
        <p14:creationId xmlns:p14="http://schemas.microsoft.com/office/powerpoint/2010/main" val="122109690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1 — DATA</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18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1 — Data</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Analysis settings first, then the input files.</a:t>
            </a:r>
          </a:p>
        </p:txBody>
      </p:sp>
      <p:pic>
        <p:nvPicPr>
          <p:cNvPr id="42" name="Picture 9"/>
          <p:cNvPicPr>
            <a:picLocks xmlns:a="http://schemas.openxmlformats.org/drawingml/2006/main" noChangeAspect="1"/>
          </p:cNvPicPr>
          <p:nvPr/>
        </p:nvPicPr>
        <p:blipFill>
          <a:blip xmlns:r="http://schemas.openxmlformats.org/officeDocument/2006/relationships" xmlns:a="http://schemas.openxmlformats.org/drawingml/2006/main" r:embed="R9207ee3727f645b2"/>
          <a:stretch xmlns:a="http://schemas.openxmlformats.org/drawingml/2006/main">
            <a:fillRect l="0" t="0" r="0" b="0"/>
          </a:stretch>
        </p:blipFill>
        <p:spPr>
          <a:xfrm xmlns:a="http://schemas.openxmlformats.org/drawingml/2006/main">
            <a:off x="502920" y="1810512"/>
            <a:ext cx="2651760" cy="2593965"/>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192024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Analysis years</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103120"/>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two survey years, comma-separated — each is estimated, then the change is tested</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48716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Country or territory</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2670048"/>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shown in the report’s run details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05409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Seed and run label</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236976"/>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seed 123 reproduces the run; the label names the archive folder under app_runs/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621024"/>
            <a:ext cx="5074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Below the settings</a:t>
            </a:r>
          </a:p>
        </p:txBody>
      </p:sp>
      <p:sp>
        <p:nvSpPr>
          <p:cNvPr id="32"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3520440" y="3803904"/>
            <a:ext cx="5074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0">
                <a:solidFill>
                  <a:srgbClr val="43578A"/>
                </a:solidFill>
                <a:latin typeface="Calibri"/>
                <a:ea typeface="Calibri"/>
                <a:cs typeface="Calibri"/>
              </a:rPr>
              <a:t>Browse to the survey, auxiliary and geometry files. Optional: a population file (benchmarking) and a CPI file (or type CPI values in Step 3).</a:t>
            </a:r>
          </a:p>
        </p:txBody>
      </p:sp>
    </p:spTree>
    <p:extLst>
      <p:ext uri="{BB962C8B-B14F-4D97-AF65-F5344CB8AC3E}">
        <p14:creationId xmlns:p14="http://schemas.microsoft.com/office/powerpoint/2010/main" val="126406548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2 — MAPPING</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19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2 — Variable mapping</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Tell the app which column holds which variable.</a:t>
            </a:r>
          </a:p>
        </p:txBody>
      </p:sp>
      <p:pic>
        <p:nvPicPr>
          <p:cNvPr id="34" name="Picture 9"/>
          <p:cNvPicPr>
            <a:picLocks xmlns:a="http://schemas.openxmlformats.org/drawingml/2006/main" noChangeAspect="1"/>
          </p:cNvPicPr>
          <p:nvPr/>
        </p:nvPicPr>
        <p:blipFill>
          <a:blip xmlns:r="http://schemas.openxmlformats.org/officeDocument/2006/relationships" xmlns:a="http://schemas.openxmlformats.org/drawingml/2006/main" r:embed="R89ac76eb4e8241c3"/>
          <a:stretch xmlns:a="http://schemas.openxmlformats.org/drawingml/2006/main">
            <a:fillRect l="0" t="0" r="0" b="0"/>
          </a:stretch>
        </p:blipFill>
        <p:spPr>
          <a:xfrm xmlns:a="http://schemas.openxmlformats.org/drawingml/2006/main">
            <a:off x="502920" y="1810512"/>
            <a:ext cx="8138160" cy="2387194"/>
          </a:xfrm>
          <a:prstGeom xmlns:a="http://schemas.openxmlformats.org/drawingml/2006/main" prst="rect">
            <a:avLst/>
          </a:prstGeom>
        </p:spPr>
      </p:pic>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289146"/>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welfare = per-person value (not the household total); weight = household weight; strata is optional. The auxiliary and geometry ("Shapefile") domain fields must hold the survey’s domain IDs. Red = name not found. The poverty-line column is chosen in Step 3.</a:t>
            </a:r>
          </a:p>
        </p:txBody>
      </p:sp>
    </p:spTree>
    <p:extLst>
      <p:ext uri="{BB962C8B-B14F-4D97-AF65-F5344CB8AC3E}">
        <p14:creationId xmlns:p14="http://schemas.microsoft.com/office/powerpoint/2010/main" val="106934104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20 / 59</a:t>
            </a:r>
          </a:p>
        </p:txBody>
      </p:sp>
      <p:sp>
        <p:nvSpPr>
          <p:cNvPr id="8" name="Section">
            <a:extLst xmlns:a="http://schemas.openxmlformats.org/drawingml/2006/main">
              <a:ext uri="{FF2B5EF4-FFF2-40B4-BE49-F238E27FC236}">
                <a16:creationId xmlns:a16="http://schemas.microsoft.com/office/drawing/2014/main" id="{EE669AF5-6B6D-4267-9DA9-899EF5BC73F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xmlns:a="http://schemas.openxmlformats.org/drawingml/2006/main">
              <a:ext uri="{FF2B5EF4-FFF2-40B4-BE49-F238E27FC236}">
                <a16:creationId xmlns:a16="http://schemas.microsoft.com/office/drawing/2014/main" id="{8BD1B8F5-7DCE-4FD5-9CE3-3CA509EF5A0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xmlns:a="http://schemas.openxmlformats.org/drawingml/2006/main">
              <a:ext uri="{FF2B5EF4-FFF2-40B4-BE49-F238E27FC236}">
                <a16:creationId xmlns:a16="http://schemas.microsoft.com/office/drawing/2014/main" id="{40380818-1794-4E03-83B1-CCB55C6C9B8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xmlns:a="http://schemas.openxmlformats.org/drawingml/2006/main">
              <a:ext uri="{FF2B5EF4-FFF2-40B4-BE49-F238E27FC236}">
                <a16:creationId xmlns:a16="http://schemas.microsoft.com/office/drawing/2014/main" id="{F4A2220E-9330-4CE5-BDE3-989CBCF9538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xmlns:a="http://schemas.openxmlformats.org/drawingml/2006/main">
              <a:ext uri="{FF2B5EF4-FFF2-40B4-BE49-F238E27FC236}">
                <a16:creationId xmlns:a16="http://schemas.microsoft.com/office/drawing/2014/main" id="{C6241D18-CC84-4438-BEAC-C5F0B1A2630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xmlns:a="http://schemas.openxmlformats.org/drawingml/2006/main">
              <a:ext uri="{FF2B5EF4-FFF2-40B4-BE49-F238E27FC236}">
                <a16:creationId xmlns:a16="http://schemas.microsoft.com/office/drawing/2014/main" id="{BC20081A-95C5-42DC-83D4-4A643A5B232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xmlns:a="http://schemas.openxmlformats.org/drawingml/2006/main">
              <a:ext uri="{FF2B5EF4-FFF2-40B4-BE49-F238E27FC236}">
                <a16:creationId xmlns:a16="http://schemas.microsoft.com/office/drawing/2014/main" id="{41BC9CD9-50A2-44A7-9FA1-D72FA5CF92F9}"/>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xmlns:a="http://schemas.openxmlformats.org/drawingml/2006/main">
              <a:ext uri="{FF2B5EF4-FFF2-40B4-BE49-F238E27FC236}">
                <a16:creationId xmlns:a16="http://schemas.microsoft.com/office/drawing/2014/main" id="{840C7F3A-1372-47F5-9641-DC2E1551136D}"/>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xmlns:a="http://schemas.openxmlformats.org/drawingml/2006/main">
              <a:ext uri="{FF2B5EF4-FFF2-40B4-BE49-F238E27FC236}">
                <a16:creationId xmlns:a16="http://schemas.microsoft.com/office/drawing/2014/main" id="{58BC31B8-9BDB-458B-A495-4829CC5C3AC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xmlns:a="http://schemas.openxmlformats.org/drawingml/2006/main">
              <a:ext uri="{FF2B5EF4-FFF2-40B4-BE49-F238E27FC236}">
                <a16:creationId xmlns:a16="http://schemas.microsoft.com/office/drawing/2014/main" id="{DAFDB596-1AF2-4BA1-9178-9ACE26F94D4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sld>
</file>

<file path=ppt/slides/slide2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EF765A-7DE3-448A-B44E-EB47FA23D98E}"/>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48D1EEC8-C22F-4630-AE17-BECD07C1504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0BD8D64-E90E-4267-9EA5-BAC139EF28B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671EA83C-E9DE-4B05-9484-D499EB513017}"/>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F4E492-6445-4975-A1A8-212FDA015768}"/>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22 / 59</a:t>
            </a:r>
          </a:p>
        </p:txBody>
      </p:sp>
      <p:sp>
        <p:nvSpPr>
          <p:cNvPr id="8" name="Text 6">
            <a:extLst xmlns:a="http://schemas.openxmlformats.org/drawingml/2006/main">
              <a:ext uri="{FF2B5EF4-FFF2-40B4-BE49-F238E27FC236}">
                <a16:creationId xmlns:a16="http://schemas.microsoft.com/office/drawing/2014/main" id="{2C7D531E-AAC4-43F9-A698-4234A03FD7B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UFH options</a:t>
            </a:r>
          </a:p>
        </p:txBody>
      </p:sp>
      <p:sp>
        <p:nvSpPr>
          <p:cNvPr id="9" name="Text 7">
            <a:extLst xmlns:a="http://schemas.openxmlformats.org/drawingml/2006/main">
              <a:ext uri="{FF2B5EF4-FFF2-40B4-BE49-F238E27FC236}">
                <a16:creationId xmlns:a16="http://schemas.microsoft.com/office/drawing/2014/main" id="{1B174BBA-2212-4935-8353-63FC888B4494}"/>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p:cNvGraphicFramePr/>
          <p:nvPr/>
        </p:nvGraphicFramePr>
        <p:xfrm>
          <a:off xmlns:a="http://schemas.openxmlformats.org/drawingml/2006/main" x="502920" y="1828800"/>
          <a:ext xmlns:a="http://schemas.openxmlformats.org/drawingml/2006/main" cx="5394960" cy="24688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420624">
                <a:tc>
                  <a:txBody>
                    <a:bodyPr/>
                    <a:lstStyle/>
                    <a:p>
                      <a:pPr marL="0" indent="0">
                        <a:buNone/>
                      </a:pPr>
                      <a:r>
                        <a:rPr sz="900" b="1">
                          <a:solidFill>
                            <a:srgbClr val="0F1E3F"/>
                          </a:solidFill>
                          <a:latin typeface="Calibri"/>
                          <a:ea typeface="Calibri"/>
                          <a:cs typeface="Calibri"/>
                        </a:rPr>
                        <a:t>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poverty: arcsin / no</a:t>
                      </a:r>
                    </a:p>
                    <a:p>
                      <a:pPr marL="0" indent="0">
                        <a:buNone/>
                      </a:pPr>
                      <a:r>
                        <a:rPr sz="900" b="1">
                          <a:solidFill>
                            <a:srgbClr val="15284F"/>
                          </a:solidFill>
                          <a:latin typeface="Consolas"/>
                          <a:ea typeface="Consolas"/>
                          <a:cs typeface="Consolas"/>
                        </a:rPr>
                        <a:t>welfare: log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arcsin keeps rates in 0–1; log suits skewed welfare.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420624">
                <a:tc>
                  <a:txBody>
                    <a:bodyPr/>
                    <a:lstStyle/>
                    <a:p>
                      <a:pPr marL="0" indent="0">
                        <a:buNone/>
                      </a:pPr>
                      <a:r>
                        <a:rPr sz="900" b="1">
                          <a:solidFill>
                            <a:srgbClr val="0F1E3F"/>
                          </a:solidFill>
                          <a:latin typeface="Calibri"/>
                          <a:ea typeface="Calibri"/>
                          <a:cs typeface="Calibri"/>
                        </a:rPr>
                        <a:t>Bias correction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arcsin: bc / none</a:t>
                      </a:r>
                    </a:p>
                    <a:p>
                      <a:pPr marL="0" indent="0">
                        <a:buNone/>
                      </a:pPr>
                      <a:r>
                        <a:rPr sz="900" b="1">
                          <a:solidFill>
                            <a:srgbClr val="15284F"/>
                          </a:solidFill>
                          <a:latin typeface="Consolas"/>
                          <a:ea typeface="Consolas"/>
                          <a:cs typeface="Consolas"/>
                        </a:rPr>
                        <a:t>log: bc_sm / none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Corrects the back-transform; for log, bc_sm anchors to the direct mean.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BIC (default) / AIC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stepwise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sm_out: smooth if missing or &lt; 0.001; sm_all: smooth all; direct: as estimated.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bl>
          </a:graphicData>
        </a:graphic>
      </p:graphicFrame>
      <p:sp>
        <p:nvSpPr>
          <p:cNvPr id="11" name="Shape 8">
            <a:extLst xmlns:a="http://schemas.openxmlformats.org/drawingml/2006/main">
              <a:ext uri="{FF2B5EF4-FFF2-40B4-BE49-F238E27FC236}">
                <a16:creationId xmlns:a16="http://schemas.microsoft.com/office/drawing/2014/main" id="{5A80091E-DEF8-4996-9900-A56A02EECC27}"/>
              </a:ext>
            </a:extLst>
          </p:cNvPr>
          <p:cNvSpPr>
            <a:spLocks xmlns:a="http://schemas.openxmlformats.org/drawingml/2006/main" noGrp="1"/>
          </p:cNvSpPr>
          <p:nvPr/>
        </p:nvSpPr>
        <p:spPr>
          <a:xfrm xmlns:a="http://schemas.openxmlformats.org/drawingml/2006/main">
            <a:off x="502920" y="4361688"/>
            <a:ext cx="8138160" cy="365760"/>
          </a:xfrm>
          <a:prstGeom xmlns:a="http://schemas.openxmlformats.org/drawingml/2006/main" prst="rect">
            <a:avLst/>
          </a:prstGeom>
          <a:solidFill xmlns:a="http://schemas.openxmlformats.org/drawingml/2006/main">
            <a:srgbClr val="FFF8E8"/>
          </a:solidFill>
          <a:ln xmlns:a="http://schemas.openxmlformats.org/drawingml/2006/main" w="9525">
            <a:solidFill>
              <a:srgbClr val="F2D58A"/>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42b2c17679ba425e"/>
          <a:stretch xmlns:a="http://schemas.openxmlformats.org/drawingml/2006/main">
            <a:fillRect l="0" t="0" r="0" b="0"/>
          </a:stretch>
        </p:blipFill>
        <p:spPr>
          <a:xfrm xmlns:a="http://schemas.openxmlformats.org/drawingml/2006/main">
            <a:off x="640080" y="4434840"/>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8729A578-579C-47CC-A489-A42F3E26FD29}"/>
              </a:ext>
            </a:extLst>
          </p:cNvPr>
          <p:cNvSpPr>
            <a:spLocks xmlns:a="http://schemas.openxmlformats.org/drawingml/2006/main" noGrp="1"/>
          </p:cNvSpPr>
          <p:nvPr/>
        </p:nvSpPr>
        <p:spPr>
          <a:xfrm xmlns:a="http://schemas.openxmlformats.org/drawingml/2006/main">
            <a:off x="941832" y="4361688"/>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396c1faf50064986"/>
          <a:stretch xmlns:a="http://schemas.openxmlformats.org/drawingml/2006/main">
            <a:fillRect l="0" t="0" r="0" b="0"/>
          </a:stretch>
        </p:blipFill>
        <p:spPr>
          <a:xfrm xmlns:a="http://schemas.openxmlformats.org/drawingml/2006/main">
            <a:off x="6035040" y="1828800"/>
            <a:ext cx="2606040" cy="2231024"/>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579F3A68-3B69-457F-BE98-14310841A389}"/>
              </a:ext>
            </a:extLst>
          </p:cNvPr>
          <p:cNvSpPr>
            <a:spLocks xmlns:a="http://schemas.openxmlformats.org/drawingml/2006/main" noGrp="1"/>
          </p:cNvSpPr>
          <p:nvPr/>
        </p:nvSpPr>
        <p:spPr>
          <a:xfrm xmlns:a="http://schemas.openxmlformats.org/drawingml/2006/main">
            <a:off x="6035040" y="4114688"/>
            <a:ext cx="26060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a:t>
            </a:r>
          </a:p>
        </p:txBody>
      </p:sp>
    </p:spTree>
    <p:extLst>
      <p:ext uri="{BB962C8B-B14F-4D97-AF65-F5344CB8AC3E}">
        <p14:creationId xmlns:p14="http://schemas.microsoft.com/office/powerpoint/2010/main" val="1987790138"/>
      </p:ext>
    </p:extLst>
  </p:cSld>
</p:sld>
</file>

<file path=ppt/slides/slide2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3611ADC-A618-4A8F-B949-08E232983E77}"/>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0A63739-4277-4231-85C5-3CC35914536E}"/>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3FD1823-D2AD-4CCE-9E8C-A763E988BB0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057B515D-5957-4FC8-85E7-D3C3762E730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38E5CAB8-9E97-4E4B-AFFD-F226833110B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23 / 59</a:t>
            </a:r>
          </a:p>
        </p:txBody>
      </p:sp>
      <p:sp>
        <p:nvSpPr>
          <p:cNvPr id="8" name="Text 6">
            <a:extLst xmlns:a="http://schemas.openxmlformats.org/drawingml/2006/main">
              <a:ext uri="{FF2B5EF4-FFF2-40B4-BE49-F238E27FC236}">
                <a16:creationId xmlns:a16="http://schemas.microsoft.com/office/drawing/2014/main" id="{DB3D017E-F52A-41E8-B9E6-BB74E8C20B2A}"/>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MFH options</a:t>
            </a:r>
          </a:p>
        </p:txBody>
      </p:sp>
      <p:sp>
        <p:nvSpPr>
          <p:cNvPr id="9" name="Text 7">
            <a:extLst xmlns:a="http://schemas.openxmlformats.org/drawingml/2006/main">
              <a:ext uri="{FF2B5EF4-FFF2-40B4-BE49-F238E27FC236}">
                <a16:creationId xmlns:a16="http://schemas.microsoft.com/office/drawing/2014/main" id="{6615743A-7A42-4725-8117-75BA24FD36BE}"/>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Defaults are listed first. MFH2 is the reported model unless you choose another.</a:t>
            </a:r>
          </a:p>
        </p:txBody>
      </p:sp>
      <p:graphicFrame>
        <p:nvGraphicFramePr>
          <p:cNvPr id="29" name="Table 0"/>
          <p:cNvGraphicFramePr/>
          <p:nvPr/>
        </p:nvGraphicFramePr>
        <p:xfrm>
          <a:off xmlns:a="http://schemas.openxmlformats.org/drawingml/2006/main" x="502920" y="1600200"/>
          <a:ext xmlns:a="http://schemas.openxmlformats.org/drawingml/2006/main" cx="5394960" cy="2681280"/>
        </p:xfrm>
        <a:graphic xmlns:a="http://schemas.openxmlformats.org/drawingml/2006/main">
          <a:graphicData uri="http://schemas.openxmlformats.org/drawingml/2006/table">
            <a:tbl>
              <a:tblPr/>
              <a:tblGrid>
                <a:gridCol w="1212350"/>
                <a:gridCol w="2060995"/>
                <a:gridCol w="2121615"/>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AIC (default) /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AIC favours predictive fit (UFH uses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As for UFH.</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Covariance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follows 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Cross-year covariance; default rho_sm_out.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Log 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log (default)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Mean welfare; bias correction as for UFH.</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Selected MFH model</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MFH2 / MFH1 /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Which MFH model is reported.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r h="329184">
                <a:tc>
                  <a:txBody>
                    <a:bodyPr/>
                    <a:lstStyle/>
                    <a:p>
                      <a:pPr marL="0" indent="0">
                        <a:buNone/>
                      </a:pPr>
                      <a:r>
                        <a:rPr sz="900" b="1">
                          <a:solidFill>
                            <a:srgbClr val="0F1E3F"/>
                          </a:solidFill>
                          <a:latin typeface="Calibri"/>
                          <a:ea typeface="Calibri"/>
                          <a:cs typeface="Calibri"/>
                        </a:rPr>
                        <a:t>Also fit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checkbox</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Comparison only; selection unchanged.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r>
              <a:tr h="329184">
                <a:tc>
                  <a:txBody>
                    <a:bodyPr/>
                    <a:lstStyle/>
                    <a:p>
                      <a:pPr marL="0" indent="0">
                        <a:buNone/>
                      </a:pPr>
                      <a:r>
                        <a:rPr sz="900" b="1">
                          <a:solidFill>
                            <a:srgbClr val="0F1E3F"/>
                          </a:solidFill>
                          <a:latin typeface="Calibri"/>
                          <a:ea typeface="Calibri"/>
                          <a:cs typeface="Calibri"/>
                        </a:rPr>
                        <a:t>LASSO screening</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off (default) / 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Screens candidates before stepwise.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r>
            </a:tbl>
          </a:graphicData>
        </a:graphic>
      </p:graphicFrame>
      <p:sp>
        <p:nvSpPr>
          <p:cNvPr id="11" name="Shape 8">
            <a:extLst xmlns:a="http://schemas.openxmlformats.org/drawingml/2006/main">
              <a:ext uri="{FF2B5EF4-FFF2-40B4-BE49-F238E27FC236}">
                <a16:creationId xmlns:a16="http://schemas.microsoft.com/office/drawing/2014/main" id="{683891BB-E8BF-4BE4-9F8E-02171D8D49A5}"/>
              </a:ext>
            </a:extLst>
          </p:cNvPr>
          <p:cNvSpPr>
            <a:spLocks xmlns:a="http://schemas.openxmlformats.org/drawingml/2006/main" noGrp="1"/>
          </p:cNvSpPr>
          <p:nvPr/>
        </p:nvSpPr>
        <p:spPr>
          <a:xfrm xmlns:a="http://schemas.openxmlformats.org/drawingml/2006/main">
            <a:off x="502920" y="434340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031a132631844ec6"/>
          <a:stretch xmlns:a="http://schemas.openxmlformats.org/drawingml/2006/main">
            <a:fillRect l="0" t="0" r="0" b="0"/>
          </a:stretch>
        </p:blipFill>
        <p:spPr>
          <a:xfrm xmlns:a="http://schemas.openxmlformats.org/drawingml/2006/main">
            <a:off x="640080" y="4416552"/>
            <a:ext cx="219456" cy="219456"/>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F1528353-5543-4CD3-ABBE-95E48E18DDF9}"/>
              </a:ext>
            </a:extLst>
          </p:cNvPr>
          <p:cNvSpPr>
            <a:spLocks xmlns:a="http://schemas.openxmlformats.org/drawingml/2006/main" noGrp="1"/>
          </p:cNvSpPr>
          <p:nvPr/>
        </p:nvSpPr>
        <p:spPr>
          <a:xfrm xmlns:a="http://schemas.openxmlformats.org/drawingml/2006/main">
            <a:off x="941832" y="434340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F1E3F"/>
                </a:solidFill>
                <a:latin typeface="Calibri"/>
                <a:ea typeface="Calibri"/>
                <a:cs typeface="Calibri"/>
              </a:rPr>
              <a:t>MFH1: independent year effects (sensitivity) · MFH2 (default): AR(1) year effects · MFH3: AR(1) with year-specific variances, kept only if its test supports it, otherwise MFH2. MCPE bootstrap replicates: 200 to explore, 500 or more for final results.</a:t>
            </a:r>
          </a:p>
        </p:txBody>
      </p:sp>
      <p:pic>
        <p:nvPicPr>
          <p:cNvPr id="33" name="Picture 26"/>
          <p:cNvPicPr>
            <a:picLocks xmlns:a="http://schemas.openxmlformats.org/drawingml/2006/main" noChangeAspect="1"/>
          </p:cNvPicPr>
          <p:nvPr/>
        </p:nvPicPr>
        <p:blipFill>
          <a:blip xmlns:r="http://schemas.openxmlformats.org/officeDocument/2006/relationships" xmlns:a="http://schemas.openxmlformats.org/drawingml/2006/main" r:embed="Red809063112d4791"/>
          <a:stretch xmlns:a="http://schemas.openxmlformats.org/drawingml/2006/main">
            <a:fillRect l="0" t="0" r="0" b="0"/>
          </a:stretch>
        </p:blipFill>
        <p:spPr>
          <a:xfrm xmlns:a="http://schemas.openxmlformats.org/drawingml/2006/main">
            <a:off x="6217920" y="1828800"/>
            <a:ext cx="2194560" cy="2194560"/>
          </a:xfrm>
          <a:prstGeom xmlns:a="http://schemas.openxmlformats.org/drawingml/2006/main" prst="rect">
            <a:avLst/>
          </a:prstGeom>
        </p:spPr>
      </p:pic>
      <p:sp>
        <p:nvSpPr>
          <p:cNvPr id="17" name="Text 4">
            <a:extLst xmlns:a="http://schemas.openxmlformats.org/drawingml/2006/main">
              <a:ext uri="{FF2B5EF4-FFF2-40B4-BE49-F238E27FC236}">
                <a16:creationId xmlns:a16="http://schemas.microsoft.com/office/drawing/2014/main" id="{063AFC14-044C-4B3D-9941-F68F4714D486}"/>
              </a:ext>
            </a:extLst>
          </p:cNvPr>
          <p:cNvSpPr>
            <a:spLocks xmlns:a="http://schemas.openxmlformats.org/drawingml/2006/main" noGrp="1"/>
          </p:cNvSpPr>
          <p:nvPr/>
        </p:nvSpPr>
        <p:spPr>
          <a:xfrm xmlns:a="http://schemas.openxmlformats.org/drawingml/2006/main">
            <a:off x="6126480" y="4069080"/>
            <a:ext cx="2377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0">
                <a:solidFill>
                  <a:srgbClr val="7A8CAE"/>
                </a:solidFill>
                <a:latin typeface="Calibri"/>
                <a:ea typeface="Calibri"/>
                <a:cs typeface="Calibri"/>
              </a:rPr>
              <a:t>Wizard Step 4 - Models (MFH-specific controls)</a:t>
            </a:r>
          </a:p>
        </p:txBody>
      </p:sp>
    </p:spTree>
    <p:extLst>
      <p:ext uri="{BB962C8B-B14F-4D97-AF65-F5344CB8AC3E}">
        <p14:creationId xmlns:p14="http://schemas.microsoft.com/office/powerpoint/2010/main" val="561456974"/>
      </p:ext>
    </p:extLst>
  </p:cSld>
</p:sld>
</file>

<file path=ppt/slides/slide2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5BBE8F0-7181-441F-8B13-D4115D0BBF8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E6D361D-58B6-4CB5-B759-6B01E18E0791}"/>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6C99825-117C-4F3D-83B4-78600CA7172C}"/>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4 — MODELS</a:t>
            </a:r>
          </a:p>
        </p:txBody>
      </p:sp>
      <p:sp>
        <p:nvSpPr>
          <p:cNvPr id="5" name="Shape 3">
            <a:extLst xmlns:a="http://schemas.openxmlformats.org/drawingml/2006/main">
              <a:ext uri="{FF2B5EF4-FFF2-40B4-BE49-F238E27FC236}">
                <a16:creationId xmlns:a16="http://schemas.microsoft.com/office/drawing/2014/main" id="{4B7CA679-259D-47C0-A8F2-5CF42777EF6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8F6485B-9CEF-47E2-9C29-D4C903F8F673}"/>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81454CF-B64F-4B0E-B34E-6881C80A838C}"/>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24 / 59</a:t>
            </a:r>
          </a:p>
        </p:txBody>
      </p:sp>
      <p:sp>
        <p:nvSpPr>
          <p:cNvPr id="8" name="Text 6">
            <a:extLst xmlns:a="http://schemas.openxmlformats.org/drawingml/2006/main">
              <a:ext uri="{FF2B5EF4-FFF2-40B4-BE49-F238E27FC236}">
                <a16:creationId xmlns:a16="http://schemas.microsoft.com/office/drawing/2014/main" id="{76B99C6A-3B12-4E2B-B95E-3934DE63987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Benchmarking (optional)</a:t>
            </a:r>
          </a:p>
        </p:txBody>
      </p:sp>
      <p:sp>
        <p:nvSpPr>
          <p:cNvPr id="9" name="Text 7">
            <a:extLst xmlns:a="http://schemas.openxmlformats.org/drawingml/2006/main">
              <a:ext uri="{FF2B5EF4-FFF2-40B4-BE49-F238E27FC236}">
                <a16:creationId xmlns:a16="http://schemas.microsoft.com/office/drawing/2014/main" id="{54EB957F-60D1-4728-96DF-B4723BDB84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Makes domain estimates add up to known totals. Skipped, with a note, if MFH’s variance is zero.</a:t>
            </a:r>
          </a:p>
        </p:txBody>
      </p:sp>
      <p:sp>
        <p:nvSpPr>
          <p:cNvPr id="10" name="Shape 8">
            <a:extLst xmlns:a="http://schemas.openxmlformats.org/drawingml/2006/main">
              <a:ext uri="{FF2B5EF4-FFF2-40B4-BE49-F238E27FC236}">
                <a16:creationId xmlns:a16="http://schemas.microsoft.com/office/drawing/2014/main" id="{3F43515E-E25D-4B4F-9783-4DB2B88B583F}"/>
              </a:ext>
            </a:extLst>
          </p:cNvPr>
          <p:cNvSpPr>
            <a:spLocks xmlns:a="http://schemas.openxmlformats.org/drawingml/2006/main" noGrp="1"/>
          </p:cNvSpPr>
          <p:nvPr/>
        </p:nvSpPr>
        <p:spPr>
          <a:xfrm xmlns:a="http://schemas.openxmlformats.org/drawingml/2006/main">
            <a:off x="50292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C9FB522-C813-4EBE-A736-797A6B468E0F}"/>
              </a:ext>
            </a:extLst>
          </p:cNvPr>
          <p:cNvSpPr>
            <a:spLocks xmlns:a="http://schemas.openxmlformats.org/drawingml/2006/main" noGrp="1"/>
          </p:cNvSpPr>
          <p:nvPr/>
        </p:nvSpPr>
        <p:spPr>
          <a:xfrm xmlns:a="http://schemas.openxmlformats.org/drawingml/2006/main">
            <a:off x="50292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B882A850-FAA8-4C74-9A22-9A1EFCF1CC0B}"/>
              </a:ext>
            </a:extLst>
          </p:cNvPr>
          <p:cNvSpPr>
            <a:spLocks xmlns:a="http://schemas.openxmlformats.org/drawingml/2006/main" noGrp="1"/>
          </p:cNvSpPr>
          <p:nvPr/>
        </p:nvSpPr>
        <p:spPr>
          <a:xfrm xmlns:a="http://schemas.openxmlformats.org/drawingml/2006/main">
            <a:off x="73152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1 · TURN ON</a:t>
            </a: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3914f2ec373042e6"/>
          <a:stretch xmlns:a="http://schemas.openxmlformats.org/drawingml/2006/main">
            <a:fillRect l="0" t="0" r="0" b="0"/>
          </a:stretch>
        </p:blipFill>
        <p:spPr>
          <a:xfrm xmlns:a="http://schemas.openxmlformats.org/drawingml/2006/main">
            <a:off x="777240" y="2487168"/>
            <a:ext cx="457200" cy="457200"/>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3C819348-E72F-4DDB-9092-F81269144A00}"/>
              </a:ext>
            </a:extLst>
          </p:cNvPr>
          <p:cNvSpPr>
            <a:spLocks xmlns:a="http://schemas.openxmlformats.org/drawingml/2006/main" noGrp="1"/>
          </p:cNvSpPr>
          <p:nvPr/>
        </p:nvSpPr>
        <p:spPr>
          <a:xfrm xmlns:a="http://schemas.openxmlformats.org/drawingml/2006/main">
            <a:off x="137160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Apply benchmarking</a:t>
            </a:r>
          </a:p>
        </p:txBody>
      </p:sp>
      <p:sp>
        <p:nvSpPr>
          <p:cNvPr id="15" name="Text 12">
            <a:extLst xmlns:a="http://schemas.openxmlformats.org/drawingml/2006/main">
              <a:ext uri="{FF2B5EF4-FFF2-40B4-BE49-F238E27FC236}">
                <a16:creationId xmlns:a16="http://schemas.microsoft.com/office/drawing/2014/main" id="{E9CF037B-1ED4-4EC0-AF44-C7B16441ED30}"/>
              </a:ext>
            </a:extLst>
          </p:cNvPr>
          <p:cNvSpPr>
            <a:spLocks xmlns:a="http://schemas.openxmlformats.org/drawingml/2006/main" noGrp="1"/>
          </p:cNvSpPr>
          <p:nvPr/>
        </p:nvSpPr>
        <p:spPr>
          <a:xfrm xmlns:a="http://schemas.openxmlformats.org/drawingml/2006/main">
            <a:off x="77724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xmlns:a="http://schemas.openxmlformats.org/drawingml/2006/main">
              <a:ext uri="{FF2B5EF4-FFF2-40B4-BE49-F238E27FC236}">
                <a16:creationId xmlns:a16="http://schemas.microsoft.com/office/drawing/2014/main" id="{967A90FA-0307-48D4-8714-4BAE370CF48D}"/>
              </a:ext>
            </a:extLst>
          </p:cNvPr>
          <p:cNvSpPr>
            <a:spLocks xmlns:a="http://schemas.openxmlformats.org/drawingml/2006/main" noGrp="1"/>
          </p:cNvSpPr>
          <p:nvPr/>
        </p:nvSpPr>
        <p:spPr>
          <a:xfrm xmlns:a="http://schemas.openxmlformats.org/drawingml/2006/main">
            <a:off x="327660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4">
            <a:extLst xmlns:a="http://schemas.openxmlformats.org/drawingml/2006/main">
              <a:ext uri="{FF2B5EF4-FFF2-40B4-BE49-F238E27FC236}">
                <a16:creationId xmlns:a16="http://schemas.microsoft.com/office/drawing/2014/main" id="{895E42C6-9700-4E01-916E-0C43AF95DC34}"/>
              </a:ext>
            </a:extLst>
          </p:cNvPr>
          <p:cNvSpPr>
            <a:spLocks xmlns:a="http://schemas.openxmlformats.org/drawingml/2006/main" noGrp="1"/>
          </p:cNvSpPr>
          <p:nvPr/>
        </p:nvSpPr>
        <p:spPr>
          <a:xfrm xmlns:a="http://schemas.openxmlformats.org/drawingml/2006/main">
            <a:off x="327660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79E67AE2-E2C3-432C-87E0-55CBB275E946}"/>
              </a:ext>
            </a:extLst>
          </p:cNvPr>
          <p:cNvSpPr>
            <a:spLocks xmlns:a="http://schemas.openxmlformats.org/drawingml/2006/main" noGrp="1"/>
          </p:cNvSpPr>
          <p:nvPr/>
        </p:nvSpPr>
        <p:spPr>
          <a:xfrm xmlns:a="http://schemas.openxmlformats.org/drawingml/2006/main">
            <a:off x="350520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2 · CHOOSE LEVEL</a:t>
            </a:r>
          </a:p>
        </p:txBody>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6ea5643a3c30445c"/>
          <a:stretch xmlns:a="http://schemas.openxmlformats.org/drawingml/2006/main">
            <a:fillRect l="0" t="0" r="0" b="0"/>
          </a:stretch>
        </p:blipFill>
        <p:spPr>
          <a:xfrm xmlns:a="http://schemas.openxmlformats.org/drawingml/2006/main">
            <a:off x="3550920" y="2487168"/>
            <a:ext cx="457200" cy="4572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C321CB95-2108-44E7-874B-6832025ABAC9}"/>
              </a:ext>
            </a:extLst>
          </p:cNvPr>
          <p:cNvSpPr>
            <a:spLocks xmlns:a="http://schemas.openxmlformats.org/drawingml/2006/main" noGrp="1"/>
          </p:cNvSpPr>
          <p:nvPr/>
        </p:nvSpPr>
        <p:spPr>
          <a:xfrm xmlns:a="http://schemas.openxmlformats.org/drawingml/2006/main">
            <a:off x="414528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Benchmarking level</a:t>
            </a:r>
          </a:p>
        </p:txBody>
      </p:sp>
      <p:sp>
        <p:nvSpPr>
          <p:cNvPr id="21" name="Text 17">
            <a:extLst xmlns:a="http://schemas.openxmlformats.org/drawingml/2006/main">
              <a:ext uri="{FF2B5EF4-FFF2-40B4-BE49-F238E27FC236}">
                <a16:creationId xmlns:a16="http://schemas.microsoft.com/office/drawing/2014/main" id="{987DEC79-7D45-49D3-8433-8FBBB6A7035B}"/>
              </a:ext>
            </a:extLst>
          </p:cNvPr>
          <p:cNvSpPr>
            <a:spLocks xmlns:a="http://schemas.openxmlformats.org/drawingml/2006/main" noGrp="1"/>
          </p:cNvSpPr>
          <p:nvPr/>
        </p:nvSpPr>
        <p:spPr>
          <a:xfrm xmlns:a="http://schemas.openxmlformats.org/drawingml/2006/main">
            <a:off x="355092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Choose National, or Grouped by a survey variable and pick that variable (for example region or NUTS2). Estimates are matched to the direct target.</a:t>
            </a:r>
          </a:p>
        </p:txBody>
      </p:sp>
      <p:sp>
        <p:nvSpPr>
          <p:cNvPr id="22" name="Shape 18">
            <a:extLst xmlns:a="http://schemas.openxmlformats.org/drawingml/2006/main">
              <a:ext uri="{FF2B5EF4-FFF2-40B4-BE49-F238E27FC236}">
                <a16:creationId xmlns:a16="http://schemas.microsoft.com/office/drawing/2014/main" id="{AE638235-375E-471F-8190-7FF6774EDC2F}"/>
              </a:ext>
            </a:extLst>
          </p:cNvPr>
          <p:cNvSpPr>
            <a:spLocks xmlns:a="http://schemas.openxmlformats.org/drawingml/2006/main" noGrp="1"/>
          </p:cNvSpPr>
          <p:nvPr/>
        </p:nvSpPr>
        <p:spPr>
          <a:xfrm xmlns:a="http://schemas.openxmlformats.org/drawingml/2006/main">
            <a:off x="6050280" y="1828800"/>
            <a:ext cx="2590800" cy="2743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719AA98D-F679-4648-AFF7-694B01B96D1D}"/>
              </a:ext>
            </a:extLst>
          </p:cNvPr>
          <p:cNvSpPr>
            <a:spLocks xmlns:a="http://schemas.openxmlformats.org/drawingml/2006/main" noGrp="1"/>
          </p:cNvSpPr>
          <p:nvPr/>
        </p:nvSpPr>
        <p:spPr>
          <a:xfrm xmlns:a="http://schemas.openxmlformats.org/drawingml/2006/main">
            <a:off x="6050280" y="1828800"/>
            <a:ext cx="2590800" cy="41148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0">
            <a:extLst xmlns:a="http://schemas.openxmlformats.org/drawingml/2006/main">
              <a:ext uri="{FF2B5EF4-FFF2-40B4-BE49-F238E27FC236}">
                <a16:creationId xmlns:a16="http://schemas.microsoft.com/office/drawing/2014/main" id="{099C10A2-A81B-4B2D-8F5E-E81F4BFCFC6C}"/>
              </a:ext>
            </a:extLst>
          </p:cNvPr>
          <p:cNvSpPr>
            <a:spLocks xmlns:a="http://schemas.openxmlformats.org/drawingml/2006/main" noGrp="1"/>
          </p:cNvSpPr>
          <p:nvPr/>
        </p:nvSpPr>
        <p:spPr>
          <a:xfrm xmlns:a="http://schemas.openxmlformats.org/drawingml/2006/main">
            <a:off x="6278880" y="1901952"/>
            <a:ext cx="213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400">
                <a:solidFill>
                  <a:srgbClr val="6AA7D9"/>
                </a:solidFill>
                <a:latin typeface="Calibri"/>
                <a:ea typeface="Calibri"/>
                <a:cs typeface="Calibri"/>
              </a:rPr>
              <a:t>3 · ADD TARGETS</a:t>
            </a:r>
          </a:p>
        </p:txBody>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256a3bd08d0e4217"/>
          <a:stretch xmlns:a="http://schemas.openxmlformats.org/drawingml/2006/main">
            <a:fillRect l="0" t="0" r="0" b="0"/>
          </a:stretch>
        </p:blipFill>
        <p:spPr>
          <a:xfrm xmlns:a="http://schemas.openxmlformats.org/drawingml/2006/main">
            <a:off x="6324600" y="2487168"/>
            <a:ext cx="457200" cy="457200"/>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6B2DAC72-6E19-4902-A97D-A475C3A4C4BE}"/>
              </a:ext>
            </a:extLst>
          </p:cNvPr>
          <p:cNvSpPr>
            <a:spLocks xmlns:a="http://schemas.openxmlformats.org/drawingml/2006/main" noGrp="1"/>
          </p:cNvSpPr>
          <p:nvPr/>
        </p:nvSpPr>
        <p:spPr>
          <a:xfrm xmlns:a="http://schemas.openxmlformats.org/drawingml/2006/main">
            <a:off x="6918960" y="2542032"/>
            <a:ext cx="15849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F1E3F"/>
                </a:solidFill>
                <a:latin typeface="Calibri"/>
                <a:ea typeface="Calibri"/>
                <a:cs typeface="Calibri"/>
              </a:rPr>
              <a:t>Target file (optional)</a:t>
            </a:r>
          </a:p>
        </p:txBody>
      </p:sp>
      <p:sp>
        <p:nvSpPr>
          <p:cNvPr id="27" name="Text 22">
            <a:extLst xmlns:a="http://schemas.openxmlformats.org/drawingml/2006/main">
              <a:ext uri="{FF2B5EF4-FFF2-40B4-BE49-F238E27FC236}">
                <a16:creationId xmlns:a16="http://schemas.microsoft.com/office/drawing/2014/main" id="{2C37B7FB-E60E-4D4F-827E-34B1E0359F1A}"/>
              </a:ext>
            </a:extLst>
          </p:cNvPr>
          <p:cNvSpPr>
            <a:spLocks xmlns:a="http://schemas.openxmlformats.org/drawingml/2006/main" noGrp="1"/>
          </p:cNvSpPr>
          <p:nvPr/>
        </p:nvSpPr>
        <p:spPr>
          <a:xfrm xmlns:a="http://schemas.openxmlformats.org/drawingml/2006/main">
            <a:off x="6324600" y="3200400"/>
            <a:ext cx="2133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4391927-137D-4ED4-883B-209D2CF09811}"/>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5 — AI ASSISTANT</a:t>
            </a: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25 / 59</a:t>
            </a:r>
          </a:p>
        </p:txBody>
      </p:sp>
      <p:sp>
        <p:nvSpPr>
          <p:cNvPr id="8" name="Text 6">
            <a:extLst xmlns:a="http://schemas.openxmlformats.org/drawingml/2006/main">
              <a:ext uri="{FF2B5EF4-FFF2-40B4-BE49-F238E27FC236}">
                <a16:creationId xmlns:a16="http://schemas.microsoft.com/office/drawing/2014/main" id="{D5E307F4-1722-4066-A14E-F84D9B14F987}"/>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Step 5 — AI Assistant (optional)</a:t>
            </a:r>
          </a:p>
        </p:txBody>
      </p:sp>
      <p:sp>
        <p:nvSpPr>
          <p:cNvPr id="9" name="Text 7">
            <a:extLst xmlns:a="http://schemas.openxmlformats.org/drawingml/2006/main">
              <a:ext uri="{FF2B5EF4-FFF2-40B4-BE49-F238E27FC236}">
                <a16:creationId xmlns:a16="http://schemas.microsoft.com/office/drawing/2014/main" id="{69B39BDF-AFCF-4E01-AB48-1E8BB896C8F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192024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Two consent boxes before any key</a:t>
            </a:r>
          </a:p>
        </p:txBody>
      </p:sp>
      <p:sp>
        <p:nvSpPr>
          <p:cNvPr id="25"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1031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56032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Language</a:t>
            </a:r>
          </a:p>
        </p:txBody>
      </p:sp>
      <p:sp>
        <p:nvSpPr>
          <p:cNvPr id="27"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27432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20040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Where it lands</a:t>
            </a:r>
          </a:p>
        </p:txBody>
      </p:sp>
      <p:sp>
        <p:nvSpPr>
          <p:cNvPr id="29"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3832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384048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3578A"/>
                </a:solidFill>
                <a:latin typeface="Calibri"/>
                <a:ea typeface="Calibri"/>
                <a:cs typeface="Calibri"/>
              </a:rPr>
              <a:t>Keys and providers</a:t>
            </a:r>
          </a:p>
        </p:txBody>
      </p:sp>
      <p:sp>
        <p:nvSpPr>
          <p:cNvPr id="31" name="Text 21">
            <a:extLst xmlns:a="http://schemas.openxmlformats.org/drawingml/2006/main">
              <a:ext uri="{FF2B5EF4-FFF2-40B4-BE49-F238E27FC236}">
                <a16:creationId xmlns:a16="http://schemas.microsoft.com/office/drawing/2014/main" id="{585128BD-ECD2-4821-ACAF-5D705503CBB1}"/>
              </a:ext>
            </a:extLst>
          </p:cNvPr>
          <p:cNvSpPr>
            <a:spLocks xmlns:a="http://schemas.openxmlformats.org/drawingml/2006/main" noGrp="1"/>
          </p:cNvSpPr>
          <p:nvPr/>
        </p:nvSpPr>
        <p:spPr>
          <a:xfrm xmlns:a="http://schemas.openxmlformats.org/drawingml/2006/main">
            <a:off x="502920" y="4023360"/>
            <a:ext cx="8138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sld>
</file>

<file path=ppt/slides/slide2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D31447-3DE9-4BA0-8A44-E8314CAA6F22}"/>
              </a:ext>
            </a:extLst>
          </p:cNvPr>
          <p:cNvSpPr>
            <a:spLocks xmlns:a="http://schemas.openxmlformats.org/drawingml/2006/main" noGrp="1"/>
          </p:cNvSpPr>
          <p:nvPr/>
        </p:nvSpPr>
        <p:spPr>
          <a:xfrm xmlns:a="http://schemas.openxmlformats.org/drawingml/2006/main">
            <a:off x="502920" y="384048"/>
            <a:ext cx="54864" cy="2743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EAFBBF01-0994-4027-8B81-A7CB1233C078}"/>
              </a:ext>
            </a:extLst>
          </p:cNvPr>
          <p:cNvSpPr>
            <a:spLocks xmlns:a="http://schemas.openxmlformats.org/drawingml/2006/main" noGrp="1"/>
          </p:cNvSpPr>
          <p:nvPr/>
        </p:nvSpPr>
        <p:spPr>
          <a:xfrm xmlns:a="http://schemas.openxmlformats.org/drawingml/2006/main">
            <a:off x="649224" y="365760"/>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600">
                <a:solidFill>
                  <a:srgbClr val="6AA7D9"/>
                </a:solidFill>
                <a:latin typeface="Calibri"/>
                <a:ea typeface="Calibri"/>
                <a:cs typeface="Calibri"/>
              </a:rPr>
              <a:t>WIZARD  ·  STEP 6 — REVIEW &amp; RUN</a:t>
            </a:r>
          </a:p>
        </p:txBody>
      </p:sp>
      <p:sp>
        <p:nvSpPr>
          <p:cNvPr id="4" name="Text 2">
            <a:extLst xmlns:a="http://schemas.openxmlformats.org/drawingml/2006/main">
              <a:ext uri="{FF2B5EF4-FFF2-40B4-BE49-F238E27FC236}">
                <a16:creationId xmlns:a16="http://schemas.microsoft.com/office/drawing/2014/main" id="{64829AAB-75F5-4F9B-8051-9308DAA72881}"/>
              </a:ext>
            </a:extLst>
          </p:cNvPr>
          <p:cNvSpPr>
            <a:spLocks xmlns:a="http://schemas.openxmlformats.org/drawingml/2006/main" noGrp="1"/>
          </p:cNvSpPr>
          <p:nvPr/>
        </p:nvSpPr>
        <p:spPr>
          <a:xfrm xmlns:a="http://schemas.openxmlformats.org/drawingml/2006/main">
            <a:off x="502920" y="658368"/>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0F1E3F"/>
                </a:solidFill>
                <a:latin typeface="Calibri"/>
                <a:ea typeface="Calibri"/>
                <a:cs typeface="Calibri"/>
              </a:rPr>
              <a:t>Two-stage launch — check, then run</a:t>
            </a:r>
          </a:p>
        </p:txBody>
      </p:sp>
      <p:sp>
        <p:nvSpPr>
          <p:cNvPr id="5" name="Text 3">
            <a:extLst xmlns:a="http://schemas.openxmlformats.org/drawingml/2006/main">
              <a:ext uri="{FF2B5EF4-FFF2-40B4-BE49-F238E27FC236}">
                <a16:creationId xmlns:a16="http://schemas.microsoft.com/office/drawing/2014/main" id="{064B3C99-7E93-40FB-99DC-35FEBB6348E1}"/>
              </a:ext>
            </a:extLst>
          </p:cNvPr>
          <p:cNvSpPr>
            <a:spLocks xmlns:a="http://schemas.openxmlformats.org/drawingml/2006/main" noGrp="1"/>
          </p:cNvSpPr>
          <p:nvPr/>
        </p:nvSpPr>
        <p:spPr>
          <a:xfrm xmlns:a="http://schemas.openxmlformats.org/drawingml/2006/main">
            <a:off x="502920" y="1207008"/>
            <a:ext cx="8138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xmlns:a="http://schemas.openxmlformats.org/drawingml/2006/main">
              <a:ext uri="{FF2B5EF4-FFF2-40B4-BE49-F238E27FC236}">
                <a16:creationId xmlns:a16="http://schemas.microsoft.com/office/drawing/2014/main" id="{334B7412-B0B5-4075-BABF-250B0AB8564B}"/>
              </a:ext>
            </a:extLst>
          </p:cNvPr>
          <p:cNvSpPr>
            <a:spLocks xmlns:a="http://schemas.openxmlformats.org/drawingml/2006/main" noGrp="1"/>
          </p:cNvSpPr>
          <p:nvPr/>
        </p:nvSpPr>
        <p:spPr>
          <a:xfrm xmlns:a="http://schemas.openxmlformats.org/drawingml/2006/main">
            <a:off x="502920" y="1627632"/>
            <a:ext cx="3657600" cy="24688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5B275B1-CAE3-4C5F-8FAC-28C166FBACC6}"/>
              </a:ext>
            </a:extLst>
          </p:cNvPr>
          <p:cNvSpPr>
            <a:spLocks xmlns:a="http://schemas.openxmlformats.org/drawingml/2006/main" noGrp="1"/>
          </p:cNvSpPr>
          <p:nvPr/>
        </p:nvSpPr>
        <p:spPr>
          <a:xfrm xmlns:a="http://schemas.openxmlformats.org/drawingml/2006/main">
            <a:off x="502920" y="1773936"/>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43578A"/>
                </a:solidFill>
                <a:latin typeface="Calibri"/>
                <a:ea typeface="Calibri"/>
                <a:cs typeface="Calibri"/>
              </a:rPr>
              <a:t>Wizard Step 6  ·  Dashboard sidebar</a:t>
            </a:r>
          </a:p>
        </p:txBody>
      </p:sp>
      <p:sp>
        <p:nvSpPr>
          <p:cNvPr id="8" name="Shape 6">
            <a:extLst xmlns:a="http://schemas.openxmlformats.org/drawingml/2006/main">
              <a:ext uri="{FF2B5EF4-FFF2-40B4-BE49-F238E27FC236}">
                <a16:creationId xmlns:a16="http://schemas.microsoft.com/office/drawing/2014/main" id="{C8160E83-E19C-41F2-AE7B-21A8DE897D35}"/>
              </a:ext>
            </a:extLst>
          </p:cNvPr>
          <p:cNvSpPr>
            <a:spLocks xmlns:a="http://schemas.openxmlformats.org/drawingml/2006/main" noGrp="1"/>
          </p:cNvSpPr>
          <p:nvPr/>
        </p:nvSpPr>
        <p:spPr>
          <a:xfrm xmlns:a="http://schemas.openxmlformats.org/drawingml/2006/main">
            <a:off x="1097280" y="2084832"/>
            <a:ext cx="2468880" cy="960120"/>
          </a:xfrm>
          <a:prstGeom xmlns:a="http://schemas.openxmlformats.org/drawingml/2006/main" prst="rect">
            <a:avLst/>
          </a:prstGeom>
          <a:solidFill xmlns:a="http://schemas.openxmlformats.org/drawingml/2006/main">
            <a:srgbClr val="EEF1F7"/>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DBE4635A-48D1-4543-8A82-CDCCB9A2A18D}"/>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oundRect">
            <a:avLst>
              <a:gd name="adj" fmla="val 13889"/>
            </a:avLst>
          </a:prstGeom>
          <a:solidFill xmlns:a="http://schemas.openxmlformats.org/drawingml/2006/main">
            <a:srgbClr val="FFFFFF"/>
          </a:solidFill>
          <a:ln xmlns:a="http://schemas.openxmlformats.org/drawingml/2006/main" w="6350">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099664B4-DF5E-48B3-8EA5-F5A832BDC758}"/>
              </a:ext>
            </a:extLst>
          </p:cNvPr>
          <p:cNvSpPr>
            <a:spLocks xmlns:a="http://schemas.openxmlformats.org/drawingml/2006/main" noGrp="1"/>
          </p:cNvSpPr>
          <p:nvPr/>
        </p:nvSpPr>
        <p:spPr>
          <a:xfrm xmlns:a="http://schemas.openxmlformats.org/drawingml/2006/main">
            <a:off x="1280160" y="2221992"/>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0F1E3F"/>
                </a:solidFill>
                <a:latin typeface="Calibri"/>
                <a:ea typeface="Calibri"/>
                <a:cs typeface="Calibri"/>
              </a:rPr>
              <a:t>1. Check Data Readiness</a:t>
            </a:r>
          </a:p>
        </p:txBody>
      </p:sp>
      <p:sp>
        <p:nvSpPr>
          <p:cNvPr id="11" name="Shape 9">
            <a:extLst xmlns:a="http://schemas.openxmlformats.org/drawingml/2006/main">
              <a:ext uri="{FF2B5EF4-FFF2-40B4-BE49-F238E27FC236}">
                <a16:creationId xmlns:a16="http://schemas.microsoft.com/office/drawing/2014/main" id="{C14197F1-1E02-4E4E-9E06-7A8F1888740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oundRect">
            <a:avLst>
              <a:gd name="adj" fmla="val 13889"/>
            </a:avLst>
          </a:prstGeom>
          <a:solidFill xmlns:a="http://schemas.openxmlformats.org/drawingml/2006/main">
            <a:srgbClr val="4D6FA0"/>
          </a:solidFill>
          <a:ln xmlns:a="http://schemas.openxmlformats.org/drawingml/2006/main" w="12700">
            <a:solidFill>
              <a:srgbClr val="4D6FA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D5325C0-B705-4F7A-ACBF-D4C0A0907EDA}"/>
              </a:ext>
            </a:extLst>
          </p:cNvPr>
          <p:cNvSpPr>
            <a:spLocks xmlns:a="http://schemas.openxmlformats.org/drawingml/2006/main" noGrp="1"/>
          </p:cNvSpPr>
          <p:nvPr/>
        </p:nvSpPr>
        <p:spPr>
          <a:xfrm xmlns:a="http://schemas.openxmlformats.org/drawingml/2006/main">
            <a:off x="1280160" y="2615184"/>
            <a:ext cx="2103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 Run Analysis</a:t>
            </a:r>
          </a:p>
        </p:txBody>
      </p:sp>
      <p:sp>
        <p:nvSpPr>
          <p:cNvPr id="13" name="Text 11">
            <a:extLst xmlns:a="http://schemas.openxmlformats.org/drawingml/2006/main">
              <a:ext uri="{FF2B5EF4-FFF2-40B4-BE49-F238E27FC236}">
                <a16:creationId xmlns:a16="http://schemas.microsoft.com/office/drawing/2014/main" id="{2DB79C17-8BBF-4074-8F46-03C058FA44E9}"/>
              </a:ext>
            </a:extLst>
          </p:cNvPr>
          <p:cNvSpPr>
            <a:spLocks xmlns:a="http://schemas.openxmlformats.org/drawingml/2006/main" noGrp="1"/>
          </p:cNvSpPr>
          <p:nvPr/>
        </p:nvSpPr>
        <p:spPr>
          <a:xfrm xmlns:a="http://schemas.openxmlformats.org/drawingml/2006/main">
            <a:off x="502920" y="3136392"/>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1 — review</a:t>
            </a:r>
          </a:p>
        </p:txBody>
      </p:sp>
      <p:sp>
        <p:nvSpPr>
          <p:cNvPr id="14" name="Text 12">
            <a:extLst xmlns:a="http://schemas.openxmlformats.org/drawingml/2006/main">
              <a:ext uri="{FF2B5EF4-FFF2-40B4-BE49-F238E27FC236}">
                <a16:creationId xmlns:a16="http://schemas.microsoft.com/office/drawing/2014/main" id="{9572685F-A5CE-4285-B73F-9B49E726EF43}"/>
              </a:ext>
            </a:extLst>
          </p:cNvPr>
          <p:cNvSpPr>
            <a:spLocks xmlns:a="http://schemas.openxmlformats.org/drawingml/2006/main" noGrp="1"/>
          </p:cNvSpPr>
          <p:nvPr/>
        </p:nvSpPr>
        <p:spPr>
          <a:xfrm xmlns:a="http://schemas.openxmlformats.org/drawingml/2006/main">
            <a:off x="502920" y="3383280"/>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5284F"/>
                </a:solidFill>
                <a:latin typeface="Calibri"/>
                <a:ea typeface="Calibri"/>
                <a:cs typeface="Calibri"/>
              </a:rPr>
              <a:t>Stage 2 — run the pipeline</a:t>
            </a:r>
          </a:p>
        </p:txBody>
      </p:sp>
      <p:sp>
        <p:nvSpPr>
          <p:cNvPr id="15" name="Shape 13">
            <a:extLst xmlns:a="http://schemas.openxmlformats.org/drawingml/2006/main">
              <a:ext uri="{FF2B5EF4-FFF2-40B4-BE49-F238E27FC236}">
                <a16:creationId xmlns:a16="http://schemas.microsoft.com/office/drawing/2014/main" id="{87158755-E9BC-4503-BFFE-3867AC1E58B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solidFill xmlns:a="http://schemas.openxmlformats.org/drawingml/2006/main">
            <a:srgbClr val="F4F6FB"/>
          </a:solidFill>
          <a:ln xmlns:a="http://schemas.openxmlformats.org/drawingml/2006/main" w="12700">
            <a:solidFill>
              <a:srgbClr val="F4F6F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F7EB2FF-580F-48E0-B666-89BF14C89668}"/>
              </a:ext>
            </a:extLst>
          </p:cNvPr>
          <p:cNvSpPr>
            <a:spLocks xmlns:a="http://schemas.openxmlformats.org/drawingml/2006/main" noGrp="1"/>
          </p:cNvSpPr>
          <p:nvPr/>
        </p:nvSpPr>
        <p:spPr>
          <a:xfrm xmlns:a="http://schemas.openxmlformats.org/drawingml/2006/main">
            <a:off x="502920" y="3712464"/>
            <a:ext cx="3657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0F1E3F"/>
                </a:solidFill>
                <a:latin typeface="Calibri"/>
                <a:ea typeface="Calibri"/>
                <a:cs typeface="Calibri"/>
              </a:rPr>
              <a:t>Click 1, review, then click 2.</a:t>
            </a:r>
          </a:p>
        </p:txBody>
      </p:sp>
      <p:sp>
        <p:nvSpPr>
          <p:cNvPr id="17" name="Text 15">
            <a:extLst xmlns:a="http://schemas.openxmlformats.org/drawingml/2006/main">
              <a:ext uri="{FF2B5EF4-FFF2-40B4-BE49-F238E27FC236}">
                <a16:creationId xmlns:a16="http://schemas.microsoft.com/office/drawing/2014/main" id="{142415BC-7098-4BD2-89AA-FDCB4676C90C}"/>
              </a:ext>
            </a:extLst>
          </p:cNvPr>
          <p:cNvSpPr>
            <a:spLocks xmlns:a="http://schemas.openxmlformats.org/drawingml/2006/main" noGrp="1"/>
          </p:cNvSpPr>
          <p:nvPr/>
        </p:nvSpPr>
        <p:spPr>
          <a:xfrm xmlns:a="http://schemas.openxmlformats.org/drawingml/2006/main">
            <a:off x="4206240" y="2587752"/>
            <a:ext cx="3657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1">
                <a:solidFill>
                  <a:srgbClr val="2EB872"/>
                </a:solidFill>
                <a:latin typeface="Arial"/>
                <a:ea typeface="Arial"/>
                <a:cs typeface="Arial"/>
              </a:rPr>
              <a:t>→</a:t>
            </a:r>
          </a:p>
        </p:txBody>
      </p:sp>
      <p:sp>
        <p:nvSpPr>
          <p:cNvPr id="18" name="Shape 16">
            <a:extLst xmlns:a="http://schemas.openxmlformats.org/drawingml/2006/main">
              <a:ext uri="{FF2B5EF4-FFF2-40B4-BE49-F238E27FC236}">
                <a16:creationId xmlns:a16="http://schemas.microsoft.com/office/drawing/2014/main" id="{F8FF2E12-3B41-40BB-8143-E3DEAF699BE9}"/>
              </a:ext>
            </a:extLst>
          </p:cNvPr>
          <p:cNvSpPr>
            <a:spLocks xmlns:a="http://schemas.openxmlformats.org/drawingml/2006/main" noGrp="1"/>
          </p:cNvSpPr>
          <p:nvPr/>
        </p:nvSpPr>
        <p:spPr>
          <a:xfrm xmlns:a="http://schemas.openxmlformats.org/drawingml/2006/main">
            <a:off x="4617720" y="1627632"/>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6CF5FE68-66B2-4E0D-A834-D2DED40B8436}"/>
              </a:ext>
            </a:extLst>
          </p:cNvPr>
          <p:cNvSpPr>
            <a:spLocks xmlns:a="http://schemas.openxmlformats.org/drawingml/2006/main" noGrp="1"/>
          </p:cNvSpPr>
          <p:nvPr/>
        </p:nvSpPr>
        <p:spPr>
          <a:xfrm xmlns:a="http://schemas.openxmlformats.org/drawingml/2006/main">
            <a:off x="4617720" y="1627632"/>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79BC0EF-1FC8-4DBD-B4B0-4EFFE0E2A40E}"/>
              </a:ext>
            </a:extLst>
          </p:cNvPr>
          <p:cNvSpPr>
            <a:spLocks xmlns:a="http://schemas.openxmlformats.org/drawingml/2006/main" noGrp="1"/>
          </p:cNvSpPr>
          <p:nvPr/>
        </p:nvSpPr>
        <p:spPr>
          <a:xfrm xmlns:a="http://schemas.openxmlformats.org/drawingml/2006/main">
            <a:off x="4873752" y="1792224"/>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b7949b90d33146a2"/>
          <a:stretch xmlns:a="http://schemas.openxmlformats.org/drawingml/2006/main">
            <a:fillRect l="0" t="0" r="0" b="0"/>
          </a:stretch>
        </p:blipFill>
        <p:spPr>
          <a:xfrm xmlns:a="http://schemas.openxmlformats.org/drawingml/2006/main">
            <a:off x="4974336" y="1892808"/>
            <a:ext cx="219456" cy="219456"/>
          </a:xfrm>
          <a:prstGeom xmlns:a="http://schemas.openxmlformats.org/drawingml/2006/main" prst="rect">
            <a:avLst/>
          </a:prstGeom>
        </p:spPr>
      </p:pic>
      <p:sp>
        <p:nvSpPr>
          <p:cNvPr id="22" name="Text 19">
            <a:extLst xmlns:a="http://schemas.openxmlformats.org/drawingml/2006/main">
              <a:ext uri="{FF2B5EF4-FFF2-40B4-BE49-F238E27FC236}">
                <a16:creationId xmlns:a16="http://schemas.microsoft.com/office/drawing/2014/main" id="{9547AAB8-06F8-4258-A94F-AA8AE92E3503}"/>
              </a:ext>
            </a:extLst>
          </p:cNvPr>
          <p:cNvSpPr>
            <a:spLocks xmlns:a="http://schemas.openxmlformats.org/drawingml/2006/main" noGrp="1"/>
          </p:cNvSpPr>
          <p:nvPr/>
        </p:nvSpPr>
        <p:spPr>
          <a:xfrm xmlns:a="http://schemas.openxmlformats.org/drawingml/2006/main">
            <a:off x="5440680" y="1792224"/>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1. Check Data Readiness</a:t>
            </a:r>
          </a:p>
        </p:txBody>
      </p:sp>
      <p:sp>
        <p:nvSpPr>
          <p:cNvPr id="23" name="Text 20">
            <a:extLst xmlns:a="http://schemas.openxmlformats.org/drawingml/2006/main">
              <a:ext uri="{FF2B5EF4-FFF2-40B4-BE49-F238E27FC236}">
                <a16:creationId xmlns:a16="http://schemas.microsoft.com/office/drawing/2014/main" id="{67E39A45-2A56-4F9D-BC2A-4A8C33409DB9}"/>
              </a:ext>
            </a:extLst>
          </p:cNvPr>
          <p:cNvSpPr>
            <a:spLocks xmlns:a="http://schemas.openxmlformats.org/drawingml/2006/main" noGrp="1"/>
          </p:cNvSpPr>
          <p:nvPr/>
        </p:nvSpPr>
        <p:spPr>
          <a:xfrm xmlns:a="http://schemas.openxmlformats.org/drawingml/2006/main">
            <a:off x="5440680" y="2157984"/>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xmlns:a="http://schemas.openxmlformats.org/drawingml/2006/main">
              <a:ext uri="{FF2B5EF4-FFF2-40B4-BE49-F238E27FC236}">
                <a16:creationId xmlns:a16="http://schemas.microsoft.com/office/drawing/2014/main" id="{65AFB442-0472-4855-8F0E-DE2A7D56E930}"/>
              </a:ext>
            </a:extLst>
          </p:cNvPr>
          <p:cNvSpPr>
            <a:spLocks xmlns:a="http://schemas.openxmlformats.org/drawingml/2006/main" noGrp="1"/>
          </p:cNvSpPr>
          <p:nvPr/>
        </p:nvSpPr>
        <p:spPr>
          <a:xfrm xmlns:a="http://schemas.openxmlformats.org/drawingml/2006/main">
            <a:off x="4617720" y="2935224"/>
            <a:ext cx="4023360" cy="116128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2">
            <a:extLst xmlns:a="http://schemas.openxmlformats.org/drawingml/2006/main">
              <a:ext uri="{FF2B5EF4-FFF2-40B4-BE49-F238E27FC236}">
                <a16:creationId xmlns:a16="http://schemas.microsoft.com/office/drawing/2014/main" id="{301EE81A-CA5C-49D5-B35D-5827815F34DE}"/>
              </a:ext>
            </a:extLst>
          </p:cNvPr>
          <p:cNvSpPr>
            <a:spLocks xmlns:a="http://schemas.openxmlformats.org/drawingml/2006/main" noGrp="1"/>
          </p:cNvSpPr>
          <p:nvPr/>
        </p:nvSpPr>
        <p:spPr>
          <a:xfrm xmlns:a="http://schemas.openxmlformats.org/drawingml/2006/main">
            <a:off x="4617720" y="2935224"/>
            <a:ext cx="91440" cy="1161288"/>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3">
            <a:extLst xmlns:a="http://schemas.openxmlformats.org/drawingml/2006/main">
              <a:ext uri="{FF2B5EF4-FFF2-40B4-BE49-F238E27FC236}">
                <a16:creationId xmlns:a16="http://schemas.microsoft.com/office/drawing/2014/main" id="{4A0A26D1-AE4E-4574-90B0-4E6949639D7C}"/>
              </a:ext>
            </a:extLst>
          </p:cNvPr>
          <p:cNvSpPr>
            <a:spLocks xmlns:a="http://schemas.openxmlformats.org/drawingml/2006/main" noGrp="1"/>
          </p:cNvSpPr>
          <p:nvPr/>
        </p:nvSpPr>
        <p:spPr>
          <a:xfrm xmlns:a="http://schemas.openxmlformats.org/drawingml/2006/main">
            <a:off x="4873752" y="3099816"/>
            <a:ext cx="420624" cy="420624"/>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539eac43037c4bbb"/>
          <a:stretch xmlns:a="http://schemas.openxmlformats.org/drawingml/2006/main">
            <a:fillRect l="0" t="0" r="0" b="0"/>
          </a:stretch>
        </p:blipFill>
        <p:spPr>
          <a:xfrm xmlns:a="http://schemas.openxmlformats.org/drawingml/2006/main">
            <a:off x="4974336" y="3200400"/>
            <a:ext cx="219456" cy="219456"/>
          </a:xfrm>
          <a:prstGeom xmlns:a="http://schemas.openxmlformats.org/drawingml/2006/main" prst="rect">
            <a:avLst/>
          </a:prstGeom>
        </p:spPr>
      </p:pic>
      <p:sp>
        <p:nvSpPr>
          <p:cNvPr id="28" name="Text 24">
            <a:extLst xmlns:a="http://schemas.openxmlformats.org/drawingml/2006/main">
              <a:ext uri="{FF2B5EF4-FFF2-40B4-BE49-F238E27FC236}">
                <a16:creationId xmlns:a16="http://schemas.microsoft.com/office/drawing/2014/main" id="{8DD1857C-522B-4BEC-9A50-7E7D514A1083}"/>
              </a:ext>
            </a:extLst>
          </p:cNvPr>
          <p:cNvSpPr>
            <a:spLocks xmlns:a="http://schemas.openxmlformats.org/drawingml/2006/main" noGrp="1"/>
          </p:cNvSpPr>
          <p:nvPr/>
        </p:nvSpPr>
        <p:spPr>
          <a:xfrm xmlns:a="http://schemas.openxmlformats.org/drawingml/2006/main">
            <a:off x="5440680" y="3099816"/>
            <a:ext cx="30632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2. Run Analysis</a:t>
            </a:r>
          </a:p>
        </p:txBody>
      </p:sp>
      <p:sp>
        <p:nvSpPr>
          <p:cNvPr id="29" name="Text 25">
            <a:extLst xmlns:a="http://schemas.openxmlformats.org/drawingml/2006/main">
              <a:ext uri="{FF2B5EF4-FFF2-40B4-BE49-F238E27FC236}">
                <a16:creationId xmlns:a16="http://schemas.microsoft.com/office/drawing/2014/main" id="{F42A7B8D-F5CC-4E95-B90A-21FF72FD4880}"/>
              </a:ext>
            </a:extLst>
          </p:cNvPr>
          <p:cNvSpPr>
            <a:spLocks xmlns:a="http://schemas.openxmlformats.org/drawingml/2006/main" noGrp="1"/>
          </p:cNvSpPr>
          <p:nvPr/>
        </p:nvSpPr>
        <p:spPr>
          <a:xfrm xmlns:a="http://schemas.openxmlformats.org/drawingml/2006/main">
            <a:off x="5440680" y="3465576"/>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xmlns:a="http://schemas.openxmlformats.org/drawingml/2006/main">
              <a:ext uri="{FF2B5EF4-FFF2-40B4-BE49-F238E27FC236}">
                <a16:creationId xmlns:a16="http://schemas.microsoft.com/office/drawing/2014/main" id="{FFD6ADBA-7486-4941-8820-AEF88F4BD8E1}"/>
              </a:ext>
            </a:extLst>
          </p:cNvPr>
          <p:cNvSpPr>
            <a:spLocks xmlns:a="http://schemas.openxmlformats.org/drawingml/2006/main" noGrp="1"/>
          </p:cNvSpPr>
          <p:nvPr/>
        </p:nvSpPr>
        <p:spPr>
          <a:xfrm xmlns:a="http://schemas.openxmlformats.org/drawingml/2006/main">
            <a:off x="502920" y="4224528"/>
            <a:ext cx="8138160" cy="384048"/>
          </a:xfrm>
          <a:prstGeom xmlns:a="http://schemas.openxmlformats.org/drawingml/2006/main" prst="rect">
            <a:avLst/>
          </a:prstGeom>
          <a:solidFill xmlns:a="http://schemas.openxmlformats.org/drawingml/2006/main">
            <a:srgbClr val="E9F1FA"/>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6DA91574-9F76-470F-96F8-8E6A642C5C62}"/>
              </a:ext>
            </a:extLst>
          </p:cNvPr>
          <p:cNvSpPr>
            <a:spLocks xmlns:a="http://schemas.openxmlformats.org/drawingml/2006/main" noGrp="1"/>
          </p:cNvSpPr>
          <p:nvPr/>
        </p:nvSpPr>
        <p:spPr>
          <a:xfrm xmlns:a="http://schemas.openxmlformats.org/drawingml/2006/main">
            <a:off x="667512" y="4224528"/>
            <a:ext cx="7808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xmlns:a="http://schemas.openxmlformats.org/drawingml/2006/main">
              <a:ext uri="{FF2B5EF4-FFF2-40B4-BE49-F238E27FC236}">
                <a16:creationId xmlns:a16="http://schemas.microsoft.com/office/drawing/2014/main" id="{51BD9D2C-0A00-4738-900F-899EED750F63}"/>
              </a:ext>
            </a:extLst>
          </p:cNvPr>
          <p:cNvSpPr>
            <a:spLocks xmlns:a="http://schemas.openxmlformats.org/drawingml/2006/main" noGrp="1"/>
          </p:cNvSpPr>
          <p:nvPr/>
        </p:nvSpPr>
        <p:spPr>
          <a:xfrm xmlns:a="http://schemas.openxmlformats.org/drawingml/2006/main">
            <a:off x="502920" y="4736592"/>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33" name="Text 29">
            <a:extLst xmlns:a="http://schemas.openxmlformats.org/drawingml/2006/main">
              <a:ext uri="{FF2B5EF4-FFF2-40B4-BE49-F238E27FC236}">
                <a16:creationId xmlns:a16="http://schemas.microsoft.com/office/drawing/2014/main" id="{92AFC506-73BC-467B-84E2-B3575E444328}"/>
              </a:ext>
            </a:extLst>
          </p:cNvPr>
          <p:cNvSpPr>
            <a:spLocks xmlns:a="http://schemas.openxmlformats.org/drawingml/2006/main" noGrp="1"/>
          </p:cNvSpPr>
          <p:nvPr/>
        </p:nvSpPr>
        <p:spPr>
          <a:xfrm xmlns:a="http://schemas.openxmlformats.org/drawingml/2006/main">
            <a:off x="7680960" y="4736592"/>
            <a:ext cx="960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26 / 59</a:t>
            </a:r>
          </a:p>
        </p:txBody>
      </p:sp>
      <p:sp>
        <p:nvSpPr>
          <p:cNvPr id="34" name="Shape 30">
            <a:extLst xmlns:a="http://schemas.openxmlformats.org/drawingml/2006/main">
              <a:ext uri="{FF2B5EF4-FFF2-40B4-BE49-F238E27FC236}">
                <a16:creationId xmlns:a16="http://schemas.microsoft.com/office/drawing/2014/main" id="{89077BFE-3525-485E-815B-06CA86A5FF04}"/>
              </a:ext>
            </a:extLst>
          </p:cNvPr>
          <p:cNvSpPr>
            <a:spLocks xmlns:a="http://schemas.openxmlformats.org/drawingml/2006/main" noGrp="1"/>
          </p:cNvSpPr>
          <p:nvPr/>
        </p:nvSpPr>
        <p:spPr>
          <a:xfrm xmlns:a="http://schemas.openxmlformats.org/drawingml/2006/main">
            <a:off x="0" y="4997196"/>
            <a:ext cx="9144000" cy="146304"/>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86395748"/>
      </p:ext>
    </p:extLst>
  </p:cSld>
</p:sld>
</file>

<file path=ppt/slides/slide2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09DFAB-3A8C-4AAC-ADC8-CC46597EB1F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18755F3B-21C9-45F3-9376-C13ADEB153F6}"/>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39F7C99-0248-4FBA-8230-96CA2F02A5D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2F09C531-2D1F-490C-8F93-B12C3974B0E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B930C5C-2231-4CA7-A41B-D5BDE8EBFBF9}"/>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53446CB-ADAA-4AA1-AFA1-13B5FB1F7AFB}"/>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27 / 59</a:t>
            </a:r>
          </a:p>
        </p:txBody>
      </p:sp>
      <p:sp>
        <p:nvSpPr>
          <p:cNvPr id="8" name="Text 6">
            <a:extLst xmlns:a="http://schemas.openxmlformats.org/drawingml/2006/main">
              <a:ext uri="{FF2B5EF4-FFF2-40B4-BE49-F238E27FC236}">
                <a16:creationId xmlns:a16="http://schemas.microsoft.com/office/drawing/2014/main" id="{C4AA15F1-CBF8-439E-8D5F-059A3E2CAF59}"/>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Preflight tab — inputs at a glance</a:t>
            </a:r>
          </a:p>
        </p:txBody>
      </p:sp>
      <p:sp>
        <p:nvSpPr>
          <p:cNvPr id="9" name="Text 7">
            <a:extLst xmlns:a="http://schemas.openxmlformats.org/drawingml/2006/main">
              <a:ext uri="{FF2B5EF4-FFF2-40B4-BE49-F238E27FC236}">
                <a16:creationId xmlns:a16="http://schemas.microsoft.com/office/drawing/2014/main" id="{767420A6-0027-4CA6-B8C1-91397930981D}"/>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xmlns:a="http://schemas.openxmlformats.org/drawingml/2006/main">
              <a:ext uri="{FF2B5EF4-FFF2-40B4-BE49-F238E27FC236}">
                <a16:creationId xmlns:a16="http://schemas.microsoft.com/office/drawing/2014/main" id="{F7664411-E751-401B-9FA0-9A4588D6A29E}"/>
              </a:ext>
            </a:extLst>
          </p:cNvPr>
          <p:cNvSpPr>
            <a:spLocks xmlns:a="http://schemas.openxmlformats.org/drawingml/2006/main" noGrp="1"/>
          </p:cNvSpPr>
          <p:nvPr/>
        </p:nvSpPr>
        <p:spPr>
          <a:xfrm xmlns:a="http://schemas.openxmlformats.org/drawingml/2006/main">
            <a:off x="502920" y="182880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1938528"/>
            <a:ext cx="237744" cy="237744"/>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91A0C1AC-9170-4F09-8B29-6F1E58E5DB7B}"/>
              </a:ext>
            </a:extLst>
          </p:cNvPr>
          <p:cNvSpPr>
            <a:spLocks xmlns:a="http://schemas.openxmlformats.org/drawingml/2006/main" noGrp="1"/>
          </p:cNvSpPr>
          <p:nvPr/>
        </p:nvSpPr>
        <p:spPr>
          <a:xfrm xmlns:a="http://schemas.openxmlformats.org/drawingml/2006/main">
            <a:off x="1005840" y="184708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Project root</a:t>
            </a:r>
          </a:p>
        </p:txBody>
      </p:sp>
      <p:sp>
        <p:nvSpPr>
          <p:cNvPr id="13" name="Text 10">
            <a:extLst xmlns:a="http://schemas.openxmlformats.org/drawingml/2006/main">
              <a:ext uri="{FF2B5EF4-FFF2-40B4-BE49-F238E27FC236}">
                <a16:creationId xmlns:a16="http://schemas.microsoft.com/office/drawing/2014/main" id="{09C06A0F-F869-4B1B-9C88-D5390EAE170B}"/>
              </a:ext>
            </a:extLst>
          </p:cNvPr>
          <p:cNvSpPr>
            <a:spLocks xmlns:a="http://schemas.openxmlformats.org/drawingml/2006/main" noGrp="1"/>
          </p:cNvSpPr>
          <p:nvPr/>
        </p:nvSpPr>
        <p:spPr>
          <a:xfrm xmlns:a="http://schemas.openxmlformats.org/drawingml/2006/main">
            <a:off x="1005840" y="205740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Working directory looks correct (the package folder)</a:t>
            </a:r>
          </a:p>
        </p:txBody>
      </p:sp>
      <p:sp>
        <p:nvSpPr>
          <p:cNvPr id="14" name="Shape 11">
            <a:extLst xmlns:a="http://schemas.openxmlformats.org/drawingml/2006/main">
              <a:ext uri="{FF2B5EF4-FFF2-40B4-BE49-F238E27FC236}">
                <a16:creationId xmlns:a16="http://schemas.microsoft.com/office/drawing/2014/main" id="{28C0D4B9-B4DC-4390-98F7-E82FE556031A}"/>
              </a:ext>
            </a:extLst>
          </p:cNvPr>
          <p:cNvSpPr>
            <a:spLocks xmlns:a="http://schemas.openxmlformats.org/drawingml/2006/main" noGrp="1"/>
          </p:cNvSpPr>
          <p:nvPr/>
        </p:nvSpPr>
        <p:spPr>
          <a:xfrm xmlns:a="http://schemas.openxmlformats.org/drawingml/2006/main">
            <a:off x="502920" y="237744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2487168"/>
            <a:ext cx="237744" cy="237744"/>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656E2D7-20BA-4FFC-816C-20ADC61200CD}"/>
              </a:ext>
            </a:extLst>
          </p:cNvPr>
          <p:cNvSpPr>
            <a:spLocks xmlns:a="http://schemas.openxmlformats.org/drawingml/2006/main" noGrp="1"/>
          </p:cNvSpPr>
          <p:nvPr/>
        </p:nvSpPr>
        <p:spPr>
          <a:xfrm xmlns:a="http://schemas.openxmlformats.org/drawingml/2006/main">
            <a:off x="1005840" y="239572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rmarkdown</a:t>
            </a:r>
          </a:p>
        </p:txBody>
      </p:sp>
      <p:sp>
        <p:nvSpPr>
          <p:cNvPr id="17" name="Text 13">
            <a:extLst xmlns:a="http://schemas.openxmlformats.org/drawingml/2006/main">
              <a:ext uri="{FF2B5EF4-FFF2-40B4-BE49-F238E27FC236}">
                <a16:creationId xmlns:a16="http://schemas.microsoft.com/office/drawing/2014/main" id="{701DCED1-595F-4CB8-8A01-72A6E44E5C19}"/>
              </a:ext>
            </a:extLst>
          </p:cNvPr>
          <p:cNvSpPr>
            <a:spLocks xmlns:a="http://schemas.openxmlformats.org/drawingml/2006/main" noGrp="1"/>
          </p:cNvSpPr>
          <p:nvPr/>
        </p:nvSpPr>
        <p:spPr>
          <a:xfrm xmlns:a="http://schemas.openxmlformats.org/drawingml/2006/main">
            <a:off x="1005840" y="260604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'rmarkdown' is available for report rendering.</a:t>
            </a:r>
          </a:p>
        </p:txBody>
      </p:sp>
      <p:sp>
        <p:nvSpPr>
          <p:cNvPr id="18" name="Shape 14">
            <a:extLst xmlns:a="http://schemas.openxmlformats.org/drawingml/2006/main">
              <a:ext uri="{FF2B5EF4-FFF2-40B4-BE49-F238E27FC236}">
                <a16:creationId xmlns:a16="http://schemas.microsoft.com/office/drawing/2014/main" id="{06C53EBE-9A0D-443E-8894-4A2BEE9485EA}"/>
              </a:ext>
            </a:extLst>
          </p:cNvPr>
          <p:cNvSpPr>
            <a:spLocks xmlns:a="http://schemas.openxmlformats.org/drawingml/2006/main" noGrp="1"/>
          </p:cNvSpPr>
          <p:nvPr/>
        </p:nvSpPr>
        <p:spPr>
          <a:xfrm xmlns:a="http://schemas.openxmlformats.org/drawingml/2006/main">
            <a:off x="502920" y="292608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3035808"/>
            <a:ext cx="237744" cy="23774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CF0637C1-A11C-4091-9A86-5A96A9E13B5D}"/>
              </a:ext>
            </a:extLst>
          </p:cNvPr>
          <p:cNvSpPr>
            <a:spLocks xmlns:a="http://schemas.openxmlformats.org/drawingml/2006/main" noGrp="1"/>
          </p:cNvSpPr>
          <p:nvPr/>
        </p:nvSpPr>
        <p:spPr>
          <a:xfrm xmlns:a="http://schemas.openxmlformats.org/drawingml/2006/main">
            <a:off x="1005840" y="294436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Analysis years</a:t>
            </a:r>
          </a:p>
        </p:txBody>
      </p:sp>
      <p:sp>
        <p:nvSpPr>
          <p:cNvPr id="21" name="Text 16">
            <a:extLst xmlns:a="http://schemas.openxmlformats.org/drawingml/2006/main">
              <a:ext uri="{FF2B5EF4-FFF2-40B4-BE49-F238E27FC236}">
                <a16:creationId xmlns:a16="http://schemas.microsoft.com/office/drawing/2014/main" id="{58B4CFF7-0493-45BB-BA1D-39F86D3117F8}"/>
              </a:ext>
            </a:extLst>
          </p:cNvPr>
          <p:cNvSpPr>
            <a:spLocks xmlns:a="http://schemas.openxmlformats.org/drawingml/2006/main" noGrp="1"/>
          </p:cNvSpPr>
          <p:nvPr/>
        </p:nvSpPr>
        <p:spPr>
          <a:xfrm xmlns:a="http://schemas.openxmlformats.org/drawingml/2006/main">
            <a:off x="1005840" y="315468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Two analysis years detected: 2012, 2013</a:t>
            </a:r>
          </a:p>
        </p:txBody>
      </p:sp>
      <p:sp>
        <p:nvSpPr>
          <p:cNvPr id="22" name="Shape 17">
            <a:extLst xmlns:a="http://schemas.openxmlformats.org/drawingml/2006/main">
              <a:ext uri="{FF2B5EF4-FFF2-40B4-BE49-F238E27FC236}">
                <a16:creationId xmlns:a16="http://schemas.microsoft.com/office/drawing/2014/main" id="{DA14284F-D3C3-4168-AC9C-AE5C13053E86}"/>
              </a:ext>
            </a:extLst>
          </p:cNvPr>
          <p:cNvSpPr>
            <a:spLocks xmlns:a="http://schemas.openxmlformats.org/drawingml/2006/main" noGrp="1"/>
          </p:cNvSpPr>
          <p:nvPr/>
        </p:nvSpPr>
        <p:spPr>
          <a:xfrm xmlns:a="http://schemas.openxmlformats.org/drawingml/2006/main">
            <a:off x="502920" y="347472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30c44f2eda484f3c"/>
          <a:stretch xmlns:a="http://schemas.openxmlformats.org/drawingml/2006/main">
            <a:fillRect l="0" t="0" r="0" b="0"/>
          </a:stretch>
        </p:blipFill>
        <p:spPr>
          <a:xfrm xmlns:a="http://schemas.openxmlformats.org/drawingml/2006/main">
            <a:off x="667512" y="3584448"/>
            <a:ext cx="237744" cy="237744"/>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5E9ACA2C-9E75-4249-B651-6BEEA0E2B897}"/>
              </a:ext>
            </a:extLst>
          </p:cNvPr>
          <p:cNvSpPr>
            <a:spLocks xmlns:a="http://schemas.openxmlformats.org/drawingml/2006/main" noGrp="1"/>
          </p:cNvSpPr>
          <p:nvPr/>
        </p:nvSpPr>
        <p:spPr>
          <a:xfrm xmlns:a="http://schemas.openxmlformats.org/drawingml/2006/main">
            <a:off x="1005840" y="349300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Spatial dependency</a:t>
            </a:r>
          </a:p>
        </p:txBody>
      </p:sp>
      <p:sp>
        <p:nvSpPr>
          <p:cNvPr id="25" name="Text 19">
            <a:extLst xmlns:a="http://schemas.openxmlformats.org/drawingml/2006/main">
              <a:ext uri="{FF2B5EF4-FFF2-40B4-BE49-F238E27FC236}">
                <a16:creationId xmlns:a16="http://schemas.microsoft.com/office/drawing/2014/main" id="{BDF3D1EB-1920-4000-8185-FA5E661E45FD}"/>
              </a:ext>
            </a:extLst>
          </p:cNvPr>
          <p:cNvSpPr>
            <a:spLocks xmlns:a="http://schemas.openxmlformats.org/drawingml/2006/main" noGrp="1"/>
          </p:cNvSpPr>
          <p:nvPr/>
        </p:nvSpPr>
        <p:spPr>
          <a:xfrm xmlns:a="http://schemas.openxmlformats.org/drawingml/2006/main">
            <a:off x="1005840" y="370332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Package 'sf' is available.</a:t>
            </a:r>
          </a:p>
        </p:txBody>
      </p:sp>
      <p:sp>
        <p:nvSpPr>
          <p:cNvPr id="26" name="Shape 20">
            <a:extLst xmlns:a="http://schemas.openxmlformats.org/drawingml/2006/main">
              <a:ext uri="{FF2B5EF4-FFF2-40B4-BE49-F238E27FC236}">
                <a16:creationId xmlns:a16="http://schemas.microsoft.com/office/drawing/2014/main" id="{D08DBAE5-1C0D-472E-BF52-4B90A13DBDC4}"/>
              </a:ext>
            </a:extLst>
          </p:cNvPr>
          <p:cNvSpPr>
            <a:spLocks xmlns:a="http://schemas.openxmlformats.org/drawingml/2006/main" noGrp="1"/>
          </p:cNvSpPr>
          <p:nvPr/>
        </p:nvSpPr>
        <p:spPr>
          <a:xfrm xmlns:a="http://schemas.openxmlformats.org/drawingml/2006/main">
            <a:off x="502920" y="4023360"/>
            <a:ext cx="54864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pic>
        <p:nvPicPr>
          <p:cNvPr id="69" name="Image 4"/>
          <p:cNvPicPr>
            <a:picLocks xmlns:a="http://schemas.openxmlformats.org/drawingml/2006/main" noChangeAspect="1"/>
          </p:cNvPicPr>
          <p:nvPr/>
        </p:nvPicPr>
        <p:blipFill>
          <a:blip xmlns:r="http://schemas.openxmlformats.org/officeDocument/2006/relationships" xmlns:a="http://schemas.openxmlformats.org/drawingml/2006/main" r:embed="R3d6aa0bf8f7d4651"/>
          <a:stretch xmlns:a="http://schemas.openxmlformats.org/drawingml/2006/main">
            <a:fillRect l="0" t="0" r="0" b="0"/>
          </a:stretch>
        </p:blipFill>
        <p:spPr>
          <a:xfrm xmlns:a="http://schemas.openxmlformats.org/drawingml/2006/main">
            <a:off x="667512" y="4133088"/>
            <a:ext cx="237744" cy="23774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6644C196-0E3D-468B-A141-782E7DB2498E}"/>
              </a:ext>
            </a:extLst>
          </p:cNvPr>
          <p:cNvSpPr>
            <a:spLocks xmlns:a="http://schemas.openxmlformats.org/drawingml/2006/main" noGrp="1"/>
          </p:cNvSpPr>
          <p:nvPr/>
        </p:nvSpPr>
        <p:spPr>
          <a:xfrm xmlns:a="http://schemas.openxmlformats.org/drawingml/2006/main">
            <a:off x="1005840" y="4041648"/>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F1E3F"/>
                </a:solidFill>
                <a:latin typeface="Calibri"/>
                <a:ea typeface="Calibri"/>
                <a:cs typeface="Calibri"/>
              </a:rPr>
              <a:t>Input data files</a:t>
            </a:r>
          </a:p>
        </p:txBody>
      </p:sp>
      <p:sp>
        <p:nvSpPr>
          <p:cNvPr id="29" name="Text 22">
            <a:extLst xmlns:a="http://schemas.openxmlformats.org/drawingml/2006/main">
              <a:ext uri="{FF2B5EF4-FFF2-40B4-BE49-F238E27FC236}">
                <a16:creationId xmlns:a16="http://schemas.microsoft.com/office/drawing/2014/main" id="{5D09CD26-1B44-48B2-BD9F-152FB52BB12A}"/>
              </a:ext>
            </a:extLst>
          </p:cNvPr>
          <p:cNvSpPr>
            <a:spLocks xmlns:a="http://schemas.openxmlformats.org/drawingml/2006/main" noGrp="1"/>
          </p:cNvSpPr>
          <p:nvPr/>
        </p:nvSpPr>
        <p:spPr>
          <a:xfrm xmlns:a="http://schemas.openxmlformats.org/drawingml/2006/main">
            <a:off x="1005840" y="4251960"/>
            <a:ext cx="4937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xmlns:a="http://schemas.openxmlformats.org/drawingml/2006/main">
              <a:ext uri="{FF2B5EF4-FFF2-40B4-BE49-F238E27FC236}">
                <a16:creationId xmlns:a16="http://schemas.microsoft.com/office/drawing/2014/main" id="{D330164F-00C7-4099-B6D6-7C01E9F40002}"/>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4">
            <a:extLst xmlns:a="http://schemas.openxmlformats.org/drawingml/2006/main">
              <a:ext uri="{FF2B5EF4-FFF2-40B4-BE49-F238E27FC236}">
                <a16:creationId xmlns:a16="http://schemas.microsoft.com/office/drawing/2014/main" id="{EC2C2B84-A62F-4B4E-8B42-EBF6A93B3339}"/>
              </a:ext>
            </a:extLst>
          </p:cNvPr>
          <p:cNvSpPr>
            <a:spLocks xmlns:a="http://schemas.openxmlformats.org/drawingml/2006/main" noGrp="1"/>
          </p:cNvSpPr>
          <p:nvPr/>
        </p:nvSpPr>
        <p:spPr>
          <a:xfrm xmlns:a="http://schemas.openxmlformats.org/drawingml/2006/main">
            <a:off x="6537960" y="201168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What to look for</a:t>
            </a:r>
          </a:p>
        </p:txBody>
      </p:sp>
      <p:sp>
        <p:nvSpPr>
          <p:cNvPr id="32" name="Shape 25">
            <a:extLst xmlns:a="http://schemas.openxmlformats.org/drawingml/2006/main">
              <a:ext uri="{FF2B5EF4-FFF2-40B4-BE49-F238E27FC236}">
                <a16:creationId xmlns:a16="http://schemas.microsoft.com/office/drawing/2014/main" id="{D20D1549-7864-4AC0-85FF-3B527F3E4F9E}"/>
              </a:ext>
            </a:extLst>
          </p:cNvPr>
          <p:cNvSpPr>
            <a:spLocks xmlns:a="http://schemas.openxmlformats.org/drawingml/2006/main" noGrp="1"/>
          </p:cNvSpPr>
          <p:nvPr/>
        </p:nvSpPr>
        <p:spPr>
          <a:xfrm xmlns:a="http://schemas.openxmlformats.org/drawingml/2006/main">
            <a:off x="6537960" y="2441448"/>
            <a:ext cx="164592" cy="164592"/>
          </a:xfrm>
          <a:prstGeom xmlns:a="http://schemas.openxmlformats.org/drawingml/2006/main" prst="rect">
            <a:avLst/>
          </a:prstGeom>
          <a:solidFill xmlns:a="http://schemas.openxmlformats.org/drawingml/2006/main">
            <a:srgbClr val="2E7D54"/>
          </a:solidFill>
          <a:ln xmlns:a="http://schemas.openxmlformats.org/drawingml/2006/main" w="12700">
            <a:solidFill>
              <a:srgbClr val="2E7D54"/>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26">
            <a:extLst xmlns:a="http://schemas.openxmlformats.org/drawingml/2006/main">
              <a:ext uri="{FF2B5EF4-FFF2-40B4-BE49-F238E27FC236}">
                <a16:creationId xmlns:a16="http://schemas.microsoft.com/office/drawing/2014/main" id="{B7022694-5218-44F0-AA13-C02D47ECB10D}"/>
              </a:ext>
            </a:extLst>
          </p:cNvPr>
          <p:cNvSpPr>
            <a:spLocks xmlns:a="http://schemas.openxmlformats.org/drawingml/2006/main" noGrp="1"/>
          </p:cNvSpPr>
          <p:nvPr/>
        </p:nvSpPr>
        <p:spPr>
          <a:xfrm xmlns:a="http://schemas.openxmlformats.org/drawingml/2006/main">
            <a:off x="6766560" y="2331720"/>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xmlns:a="http://schemas.openxmlformats.org/drawingml/2006/main">
              <a:ext uri="{FF2B5EF4-FFF2-40B4-BE49-F238E27FC236}">
                <a16:creationId xmlns:a16="http://schemas.microsoft.com/office/drawing/2014/main" id="{E128B035-3244-486C-A5B9-5CB652A27BDB}"/>
              </a:ext>
            </a:extLst>
          </p:cNvPr>
          <p:cNvSpPr>
            <a:spLocks xmlns:a="http://schemas.openxmlformats.org/drawingml/2006/main" noGrp="1"/>
          </p:cNvSpPr>
          <p:nvPr/>
        </p:nvSpPr>
        <p:spPr>
          <a:xfrm xmlns:a="http://schemas.openxmlformats.org/drawingml/2006/main">
            <a:off x="6537960" y="2862072"/>
            <a:ext cx="164592" cy="164592"/>
          </a:xfrm>
          <a:prstGeom xmlns:a="http://schemas.openxmlformats.org/drawingml/2006/main" prst="rect">
            <a:avLst/>
          </a:prstGeom>
          <a:solidFill xmlns:a="http://schemas.openxmlformats.org/drawingml/2006/main">
            <a:srgbClr val="E6A23C"/>
          </a:solidFill>
          <a:ln xmlns:a="http://schemas.openxmlformats.org/drawingml/2006/main" w="12700">
            <a:solidFill>
              <a:srgbClr val="E6A23C"/>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28">
            <a:extLst xmlns:a="http://schemas.openxmlformats.org/drawingml/2006/main">
              <a:ext uri="{FF2B5EF4-FFF2-40B4-BE49-F238E27FC236}">
                <a16:creationId xmlns:a16="http://schemas.microsoft.com/office/drawing/2014/main" id="{824D904C-7789-46D3-8990-B8DAEA1B3525}"/>
              </a:ext>
            </a:extLst>
          </p:cNvPr>
          <p:cNvSpPr>
            <a:spLocks xmlns:a="http://schemas.openxmlformats.org/drawingml/2006/main" noGrp="1"/>
          </p:cNvSpPr>
          <p:nvPr/>
        </p:nvSpPr>
        <p:spPr>
          <a:xfrm xmlns:a="http://schemas.openxmlformats.org/drawingml/2006/main">
            <a:off x="6766560" y="2752344"/>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xmlns:a="http://schemas.openxmlformats.org/drawingml/2006/main">
              <a:ext uri="{FF2B5EF4-FFF2-40B4-BE49-F238E27FC236}">
                <a16:creationId xmlns:a16="http://schemas.microsoft.com/office/drawing/2014/main" id="{4DE96001-6889-40C2-8B2F-B46E2FCA1C9C}"/>
              </a:ext>
            </a:extLst>
          </p:cNvPr>
          <p:cNvSpPr>
            <a:spLocks xmlns:a="http://schemas.openxmlformats.org/drawingml/2006/main" noGrp="1"/>
          </p:cNvSpPr>
          <p:nvPr/>
        </p:nvSpPr>
        <p:spPr>
          <a:xfrm xmlns:a="http://schemas.openxmlformats.org/drawingml/2006/main">
            <a:off x="6537960" y="3282696"/>
            <a:ext cx="164592" cy="164592"/>
          </a:xfrm>
          <a:prstGeom xmlns:a="http://schemas.openxmlformats.org/drawingml/2006/main" prst="rect">
            <a:avLst/>
          </a:prstGeom>
          <a:solidFill xmlns:a="http://schemas.openxmlformats.org/drawingml/2006/main">
            <a:srgbClr val="CADCFC"/>
          </a:solidFill>
          <a:ln xmlns:a="http://schemas.openxmlformats.org/drawingml/2006/main" w="12700">
            <a:solidFill>
              <a:srgbClr val="CADC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0">
            <a:extLst xmlns:a="http://schemas.openxmlformats.org/drawingml/2006/main">
              <a:ext uri="{FF2B5EF4-FFF2-40B4-BE49-F238E27FC236}">
                <a16:creationId xmlns:a16="http://schemas.microsoft.com/office/drawing/2014/main" id="{F1170784-D5AE-44B6-B318-258B6101A1BA}"/>
              </a:ext>
            </a:extLst>
          </p:cNvPr>
          <p:cNvSpPr>
            <a:spLocks xmlns:a="http://schemas.openxmlformats.org/drawingml/2006/main" noGrp="1"/>
          </p:cNvSpPr>
          <p:nvPr/>
        </p:nvSpPr>
        <p:spPr>
          <a:xfrm xmlns:a="http://schemas.openxmlformats.org/drawingml/2006/main">
            <a:off x="6766560" y="3172968"/>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xmlns:a="http://schemas.openxmlformats.org/drawingml/2006/main">
              <a:ext uri="{FF2B5EF4-FFF2-40B4-BE49-F238E27FC236}">
                <a16:creationId xmlns:a16="http://schemas.microsoft.com/office/drawing/2014/main" id="{1A2A80B8-6468-49F7-B67C-5E5478C72A44}"/>
              </a:ext>
            </a:extLst>
          </p:cNvPr>
          <p:cNvSpPr>
            <a:spLocks xmlns:a="http://schemas.openxmlformats.org/drawingml/2006/main" noGrp="1"/>
          </p:cNvSpPr>
          <p:nvPr/>
        </p:nvSpPr>
        <p:spPr>
          <a:xfrm xmlns:a="http://schemas.openxmlformats.org/drawingml/2006/main">
            <a:off x="6537960" y="3611880"/>
            <a:ext cx="1874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sld>
</file>

<file path=ppt/slides/slide29.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933539-FD75-40EA-A6B5-481C235ACC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7DC54616-031B-412A-93A6-FD4CC9BBD9B3}"/>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434FF79-BF50-4E7C-AE8F-8CCD192E7C03}"/>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WIZARD  ·  STEP 6 — REVIEW &amp; RUN</a:t>
            </a:r>
          </a:p>
        </p:txBody>
      </p:sp>
      <p:sp>
        <p:nvSpPr>
          <p:cNvPr id="5" name="Shape 3">
            <a:extLst xmlns:a="http://schemas.openxmlformats.org/drawingml/2006/main">
              <a:ext uri="{FF2B5EF4-FFF2-40B4-BE49-F238E27FC236}">
                <a16:creationId xmlns:a16="http://schemas.microsoft.com/office/drawing/2014/main" id="{C689AAF4-266C-4753-8789-AC3D685A1DEB}"/>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3162475-1E2C-4390-A5EA-1DFDCE29D3D6}"/>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482EC8ED-7009-4502-AAA0-4FEA6DBC6A6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28 / 59</a:t>
            </a:r>
          </a:p>
        </p:txBody>
      </p:sp>
      <p:sp>
        <p:nvSpPr>
          <p:cNvPr id="8" name="Text 6">
            <a:extLst xmlns:a="http://schemas.openxmlformats.org/drawingml/2006/main">
              <a:ext uri="{FF2B5EF4-FFF2-40B4-BE49-F238E27FC236}">
                <a16:creationId xmlns:a16="http://schemas.microsoft.com/office/drawing/2014/main" id="{E7571382-CF83-43B0-A85C-A46DEE852EEC}"/>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Data Readiness - diagnostics</a:t>
            </a:r>
          </a:p>
        </p:txBody>
      </p:sp>
      <p:sp>
        <p:nvSpPr>
          <p:cNvPr id="9" name="Text 7">
            <a:extLst xmlns:a="http://schemas.openxmlformats.org/drawingml/2006/main">
              <a:ext uri="{FF2B5EF4-FFF2-40B4-BE49-F238E27FC236}">
                <a16:creationId xmlns:a16="http://schemas.microsoft.com/office/drawing/2014/main" id="{77876416-0525-4B60-9B9D-6C6DBFEB4C16}"/>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xmlns:a="http://schemas.openxmlformats.org/drawingml/2006/main">
              <a:ext uri="{FF2B5EF4-FFF2-40B4-BE49-F238E27FC236}">
                <a16:creationId xmlns:a16="http://schemas.microsoft.com/office/drawing/2014/main" id="{EFC6B19D-6E90-43BA-8F77-F33754C937E5}"/>
              </a:ext>
            </a:extLst>
          </p:cNvPr>
          <p:cNvSpPr>
            <a:spLocks xmlns:a="http://schemas.openxmlformats.org/drawingml/2006/main" noGrp="1"/>
          </p:cNvSpPr>
          <p:nvPr/>
        </p:nvSpPr>
        <p:spPr>
          <a:xfrm xmlns:a="http://schemas.openxmlformats.org/drawingml/2006/main">
            <a:off x="50292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56B7600A-36BD-465C-9D78-7BC3E2E7D6F1}"/>
              </a:ext>
            </a:extLst>
          </p:cNvPr>
          <p:cNvSpPr>
            <a:spLocks xmlns:a="http://schemas.openxmlformats.org/drawingml/2006/main" noGrp="1"/>
          </p:cNvSpPr>
          <p:nvPr/>
        </p:nvSpPr>
        <p:spPr>
          <a:xfrm xmlns:a="http://schemas.openxmlformats.org/drawingml/2006/main">
            <a:off x="50292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6DBEF2D-CB07-41F6-BD90-B38F4E83EC0E}"/>
              </a:ext>
            </a:extLst>
          </p:cNvPr>
          <p:cNvSpPr>
            <a:spLocks xmlns:a="http://schemas.openxmlformats.org/drawingml/2006/main" noGrp="1"/>
          </p:cNvSpPr>
          <p:nvPr/>
        </p:nvSpPr>
        <p:spPr>
          <a:xfrm xmlns:a="http://schemas.openxmlformats.org/drawingml/2006/main">
            <a:off x="73152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01</a:t>
            </a:r>
          </a:p>
        </p:txBody>
      </p:sp>
      <p:sp>
        <p:nvSpPr>
          <p:cNvPr id="13" name="Text 11">
            <a:extLst xmlns:a="http://schemas.openxmlformats.org/drawingml/2006/main">
              <a:ext uri="{FF2B5EF4-FFF2-40B4-BE49-F238E27FC236}">
                <a16:creationId xmlns:a16="http://schemas.microsoft.com/office/drawing/2014/main" id="{0F0441F5-7133-41BA-92F3-24E51C7302DC}"/>
              </a:ext>
            </a:extLst>
          </p:cNvPr>
          <p:cNvSpPr>
            <a:spLocks xmlns:a="http://schemas.openxmlformats.org/drawingml/2006/main" noGrp="1"/>
          </p:cNvSpPr>
          <p:nvPr/>
        </p:nvSpPr>
        <p:spPr>
          <a:xfrm xmlns:a="http://schemas.openxmlformats.org/drawingml/2006/main">
            <a:off x="73152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Year variable present</a:t>
            </a:r>
          </a:p>
        </p:txBody>
      </p:sp>
      <p:sp>
        <p:nvSpPr>
          <p:cNvPr id="14" name="Text 12">
            <a:extLst xmlns:a="http://schemas.openxmlformats.org/drawingml/2006/main">
              <a:ext uri="{FF2B5EF4-FFF2-40B4-BE49-F238E27FC236}">
                <a16:creationId xmlns:a16="http://schemas.microsoft.com/office/drawing/2014/main" id="{6C48E085-E7B9-4A07-94C5-C747ACFDB38C}"/>
              </a:ext>
            </a:extLst>
          </p:cNvPr>
          <p:cNvSpPr>
            <a:spLocks xmlns:a="http://schemas.openxmlformats.org/drawingml/2006/main" noGrp="1"/>
          </p:cNvSpPr>
          <p:nvPr/>
        </p:nvSpPr>
        <p:spPr>
          <a:xfrm xmlns:a="http://schemas.openxmlformats.org/drawingml/2006/main">
            <a:off x="73152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Both datasets include a year column.</a:t>
            </a:r>
          </a:p>
        </p:txBody>
      </p:sp>
      <p:sp>
        <p:nvSpPr>
          <p:cNvPr id="15" name="Shape 13">
            <a:extLst xmlns:a="http://schemas.openxmlformats.org/drawingml/2006/main">
              <a:ext uri="{FF2B5EF4-FFF2-40B4-BE49-F238E27FC236}">
                <a16:creationId xmlns:a16="http://schemas.microsoft.com/office/drawing/2014/main" id="{740E331B-2752-4AC7-80D6-C2C0C6903F2D}"/>
              </a:ext>
            </a:extLst>
          </p:cNvPr>
          <p:cNvSpPr>
            <a:spLocks xmlns:a="http://schemas.openxmlformats.org/drawingml/2006/main" noGrp="1"/>
          </p:cNvSpPr>
          <p:nvPr/>
        </p:nvSpPr>
        <p:spPr>
          <a:xfrm xmlns:a="http://schemas.openxmlformats.org/drawingml/2006/main">
            <a:off x="327660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4ED0097C-4314-4BB4-A222-EEBA4A6A42B1}"/>
              </a:ext>
            </a:extLst>
          </p:cNvPr>
          <p:cNvSpPr>
            <a:spLocks xmlns:a="http://schemas.openxmlformats.org/drawingml/2006/main" noGrp="1"/>
          </p:cNvSpPr>
          <p:nvPr/>
        </p:nvSpPr>
        <p:spPr>
          <a:xfrm xmlns:a="http://schemas.openxmlformats.org/drawingml/2006/main">
            <a:off x="327660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F280863-488A-460C-9637-33F627FC13FD}"/>
              </a:ext>
            </a:extLst>
          </p:cNvPr>
          <p:cNvSpPr>
            <a:spLocks xmlns:a="http://schemas.openxmlformats.org/drawingml/2006/main" noGrp="1"/>
          </p:cNvSpPr>
          <p:nvPr/>
        </p:nvSpPr>
        <p:spPr>
          <a:xfrm xmlns:a="http://schemas.openxmlformats.org/drawingml/2006/main">
            <a:off x="350520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02</a:t>
            </a:r>
          </a:p>
        </p:txBody>
      </p:sp>
      <p:sp>
        <p:nvSpPr>
          <p:cNvPr id="18" name="Text 16">
            <a:extLst xmlns:a="http://schemas.openxmlformats.org/drawingml/2006/main">
              <a:ext uri="{FF2B5EF4-FFF2-40B4-BE49-F238E27FC236}">
                <a16:creationId xmlns:a16="http://schemas.microsoft.com/office/drawing/2014/main" id="{A0E75924-6A85-4F4A-B7C5-31FBBC5C6C4D}"/>
              </a:ext>
            </a:extLst>
          </p:cNvPr>
          <p:cNvSpPr>
            <a:spLocks xmlns:a="http://schemas.openxmlformats.org/drawingml/2006/main" noGrp="1"/>
          </p:cNvSpPr>
          <p:nvPr/>
        </p:nvSpPr>
        <p:spPr>
          <a:xfrm xmlns:a="http://schemas.openxmlformats.org/drawingml/2006/main">
            <a:off x="350520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Requested years available</a:t>
            </a:r>
          </a:p>
        </p:txBody>
      </p:sp>
      <p:sp>
        <p:nvSpPr>
          <p:cNvPr id="19" name="Text 17">
            <a:extLst xmlns:a="http://schemas.openxmlformats.org/drawingml/2006/main">
              <a:ext uri="{FF2B5EF4-FFF2-40B4-BE49-F238E27FC236}">
                <a16:creationId xmlns:a16="http://schemas.microsoft.com/office/drawing/2014/main" id="{7CB9F4C6-06E4-4038-A1CC-10EC986B5B0F}"/>
              </a:ext>
            </a:extLst>
          </p:cNvPr>
          <p:cNvSpPr>
            <a:spLocks xmlns:a="http://schemas.openxmlformats.org/drawingml/2006/main" noGrp="1"/>
          </p:cNvSpPr>
          <p:nvPr/>
        </p:nvSpPr>
        <p:spPr>
          <a:xfrm xmlns:a="http://schemas.openxmlformats.org/drawingml/2006/main">
            <a:off x="350520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xmlns:a="http://schemas.openxmlformats.org/drawingml/2006/main">
              <a:ext uri="{FF2B5EF4-FFF2-40B4-BE49-F238E27FC236}">
                <a16:creationId xmlns:a16="http://schemas.microsoft.com/office/drawing/2014/main" id="{E973F3E3-E31D-4514-84FD-1F286AE5DF02}"/>
              </a:ext>
            </a:extLst>
          </p:cNvPr>
          <p:cNvSpPr>
            <a:spLocks xmlns:a="http://schemas.openxmlformats.org/drawingml/2006/main" noGrp="1"/>
          </p:cNvSpPr>
          <p:nvPr/>
        </p:nvSpPr>
        <p:spPr>
          <a:xfrm xmlns:a="http://schemas.openxmlformats.org/drawingml/2006/main">
            <a:off x="6050280" y="182880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3C940F5C-9D3D-4624-BCCF-74DE409D3EB6}"/>
              </a:ext>
            </a:extLst>
          </p:cNvPr>
          <p:cNvSpPr>
            <a:spLocks xmlns:a="http://schemas.openxmlformats.org/drawingml/2006/main" noGrp="1"/>
          </p:cNvSpPr>
          <p:nvPr/>
        </p:nvSpPr>
        <p:spPr>
          <a:xfrm xmlns:a="http://schemas.openxmlformats.org/drawingml/2006/main">
            <a:off x="6050280" y="182880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231170E-F148-4BC8-BC24-765D671246C1}"/>
              </a:ext>
            </a:extLst>
          </p:cNvPr>
          <p:cNvSpPr>
            <a:spLocks xmlns:a="http://schemas.openxmlformats.org/drawingml/2006/main" noGrp="1"/>
          </p:cNvSpPr>
          <p:nvPr/>
        </p:nvSpPr>
        <p:spPr>
          <a:xfrm xmlns:a="http://schemas.openxmlformats.org/drawingml/2006/main">
            <a:off x="6278880" y="196596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03</a:t>
            </a:r>
          </a:p>
        </p:txBody>
      </p:sp>
      <p:sp>
        <p:nvSpPr>
          <p:cNvPr id="23" name="Text 21">
            <a:extLst xmlns:a="http://schemas.openxmlformats.org/drawingml/2006/main">
              <a:ext uri="{FF2B5EF4-FFF2-40B4-BE49-F238E27FC236}">
                <a16:creationId xmlns:a16="http://schemas.microsoft.com/office/drawing/2014/main" id="{1EAE44B9-A528-49B3-9781-130A4F4AD67D}"/>
              </a:ext>
            </a:extLst>
          </p:cNvPr>
          <p:cNvSpPr>
            <a:spLocks xmlns:a="http://schemas.openxmlformats.org/drawingml/2006/main" noGrp="1"/>
          </p:cNvSpPr>
          <p:nvPr/>
        </p:nvSpPr>
        <p:spPr>
          <a:xfrm xmlns:a="http://schemas.openxmlformats.org/drawingml/2006/main">
            <a:off x="6278880" y="233172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Covariate summary</a:t>
            </a:r>
          </a:p>
        </p:txBody>
      </p:sp>
      <p:sp>
        <p:nvSpPr>
          <p:cNvPr id="24" name="Text 22">
            <a:extLst xmlns:a="http://schemas.openxmlformats.org/drawingml/2006/main">
              <a:ext uri="{FF2B5EF4-FFF2-40B4-BE49-F238E27FC236}">
                <a16:creationId xmlns:a16="http://schemas.microsoft.com/office/drawing/2014/main" id="{E339D676-2A30-4C73-8669-73E542BE7E22}"/>
              </a:ext>
            </a:extLst>
          </p:cNvPr>
          <p:cNvSpPr>
            <a:spLocks xmlns:a="http://schemas.openxmlformats.org/drawingml/2006/main" noGrp="1"/>
          </p:cNvSpPr>
          <p:nvPr/>
        </p:nvSpPr>
        <p:spPr>
          <a:xfrm xmlns:a="http://schemas.openxmlformats.org/drawingml/2006/main">
            <a:off x="6278880" y="267004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xmlns:a="http://schemas.openxmlformats.org/drawingml/2006/main">
              <a:ext uri="{FF2B5EF4-FFF2-40B4-BE49-F238E27FC236}">
                <a16:creationId xmlns:a16="http://schemas.microsoft.com/office/drawing/2014/main" id="{35DE3103-005A-4147-B845-86222CBDDA1B}"/>
              </a:ext>
            </a:extLst>
          </p:cNvPr>
          <p:cNvSpPr>
            <a:spLocks xmlns:a="http://schemas.openxmlformats.org/drawingml/2006/main" noGrp="1"/>
          </p:cNvSpPr>
          <p:nvPr/>
        </p:nvSpPr>
        <p:spPr>
          <a:xfrm xmlns:a="http://schemas.openxmlformats.org/drawingml/2006/main">
            <a:off x="50292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0AADAAE8-9FCE-4235-9030-2385425C4DC2}"/>
              </a:ext>
            </a:extLst>
          </p:cNvPr>
          <p:cNvSpPr>
            <a:spLocks xmlns:a="http://schemas.openxmlformats.org/drawingml/2006/main" noGrp="1"/>
          </p:cNvSpPr>
          <p:nvPr/>
        </p:nvSpPr>
        <p:spPr>
          <a:xfrm xmlns:a="http://schemas.openxmlformats.org/drawingml/2006/main">
            <a:off x="50292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07C32D14-6685-4A09-8E79-63682DC7AF11}"/>
              </a:ext>
            </a:extLst>
          </p:cNvPr>
          <p:cNvSpPr>
            <a:spLocks xmlns:a="http://schemas.openxmlformats.org/drawingml/2006/main" noGrp="1"/>
          </p:cNvSpPr>
          <p:nvPr/>
        </p:nvSpPr>
        <p:spPr>
          <a:xfrm xmlns:a="http://schemas.openxmlformats.org/drawingml/2006/main">
            <a:off x="73152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04</a:t>
            </a:r>
          </a:p>
        </p:txBody>
      </p:sp>
      <p:sp>
        <p:nvSpPr>
          <p:cNvPr id="28" name="Text 26">
            <a:extLst xmlns:a="http://schemas.openxmlformats.org/drawingml/2006/main">
              <a:ext uri="{FF2B5EF4-FFF2-40B4-BE49-F238E27FC236}">
                <a16:creationId xmlns:a16="http://schemas.microsoft.com/office/drawing/2014/main" id="{F0D3FDC2-2785-476C-93FB-48E1AEA367FE}"/>
              </a:ext>
            </a:extLst>
          </p:cNvPr>
          <p:cNvSpPr>
            <a:spLocks xmlns:a="http://schemas.openxmlformats.org/drawingml/2006/main" noGrp="1"/>
          </p:cNvSpPr>
          <p:nvPr/>
        </p:nvSpPr>
        <p:spPr>
          <a:xfrm xmlns:a="http://schemas.openxmlformats.org/drawingml/2006/main">
            <a:off x="73152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Domain/key alignment</a:t>
            </a:r>
          </a:p>
        </p:txBody>
      </p:sp>
      <p:sp>
        <p:nvSpPr>
          <p:cNvPr id="29" name="Text 27">
            <a:extLst xmlns:a="http://schemas.openxmlformats.org/drawingml/2006/main">
              <a:ext uri="{FF2B5EF4-FFF2-40B4-BE49-F238E27FC236}">
                <a16:creationId xmlns:a16="http://schemas.microsoft.com/office/drawing/2014/main" id="{A5E887FA-B723-4DA0-A597-6F241F5FD185}"/>
              </a:ext>
            </a:extLst>
          </p:cNvPr>
          <p:cNvSpPr>
            <a:spLocks xmlns:a="http://schemas.openxmlformats.org/drawingml/2006/main" noGrp="1"/>
          </p:cNvSpPr>
          <p:nvPr/>
        </p:nvSpPr>
        <p:spPr>
          <a:xfrm xmlns:a="http://schemas.openxmlformats.org/drawingml/2006/main">
            <a:off x="73152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xmlns:a="http://schemas.openxmlformats.org/drawingml/2006/main">
              <a:ext uri="{FF2B5EF4-FFF2-40B4-BE49-F238E27FC236}">
                <a16:creationId xmlns:a16="http://schemas.microsoft.com/office/drawing/2014/main" id="{6BE46A50-81EF-47D2-B005-36120A341E65}"/>
              </a:ext>
            </a:extLst>
          </p:cNvPr>
          <p:cNvSpPr>
            <a:spLocks xmlns:a="http://schemas.openxmlformats.org/drawingml/2006/main" noGrp="1"/>
          </p:cNvSpPr>
          <p:nvPr/>
        </p:nvSpPr>
        <p:spPr>
          <a:xfrm xmlns:a="http://schemas.openxmlformats.org/drawingml/2006/main">
            <a:off x="327660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377A5AFB-3383-4827-A0F9-B0987F386E9E}"/>
              </a:ext>
            </a:extLst>
          </p:cNvPr>
          <p:cNvSpPr>
            <a:spLocks xmlns:a="http://schemas.openxmlformats.org/drawingml/2006/main" noGrp="1"/>
          </p:cNvSpPr>
          <p:nvPr/>
        </p:nvSpPr>
        <p:spPr>
          <a:xfrm xmlns:a="http://schemas.openxmlformats.org/drawingml/2006/main">
            <a:off x="327660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AD9DDBB2-68C9-4C5B-9ED3-EC86F3D0CE06}"/>
              </a:ext>
            </a:extLst>
          </p:cNvPr>
          <p:cNvSpPr>
            <a:spLocks xmlns:a="http://schemas.openxmlformats.org/drawingml/2006/main" noGrp="1"/>
          </p:cNvSpPr>
          <p:nvPr/>
        </p:nvSpPr>
        <p:spPr>
          <a:xfrm xmlns:a="http://schemas.openxmlformats.org/drawingml/2006/main">
            <a:off x="350520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05</a:t>
            </a:r>
          </a:p>
        </p:txBody>
      </p:sp>
      <p:sp>
        <p:nvSpPr>
          <p:cNvPr id="33" name="Text 31">
            <a:extLst xmlns:a="http://schemas.openxmlformats.org/drawingml/2006/main">
              <a:ext uri="{FF2B5EF4-FFF2-40B4-BE49-F238E27FC236}">
                <a16:creationId xmlns:a16="http://schemas.microsoft.com/office/drawing/2014/main" id="{4E3BD029-2F21-4713-9E62-CE633D63FE85}"/>
              </a:ext>
            </a:extLst>
          </p:cNvPr>
          <p:cNvSpPr>
            <a:spLocks xmlns:a="http://schemas.openxmlformats.org/drawingml/2006/main" noGrp="1"/>
          </p:cNvSpPr>
          <p:nvPr/>
        </p:nvSpPr>
        <p:spPr>
          <a:xfrm xmlns:a="http://schemas.openxmlformats.org/drawingml/2006/main">
            <a:off x="350520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Missing direct estimates</a:t>
            </a:r>
          </a:p>
        </p:txBody>
      </p:sp>
      <p:sp>
        <p:nvSpPr>
          <p:cNvPr id="34" name="Text 32">
            <a:extLst xmlns:a="http://schemas.openxmlformats.org/drawingml/2006/main">
              <a:ext uri="{FF2B5EF4-FFF2-40B4-BE49-F238E27FC236}">
                <a16:creationId xmlns:a16="http://schemas.microsoft.com/office/drawing/2014/main" id="{28B16E65-83A3-438A-8917-79F85557F3C9}"/>
              </a:ext>
            </a:extLst>
          </p:cNvPr>
          <p:cNvSpPr>
            <a:spLocks xmlns:a="http://schemas.openxmlformats.org/drawingml/2006/main" noGrp="1"/>
          </p:cNvSpPr>
          <p:nvPr/>
        </p:nvSpPr>
        <p:spPr>
          <a:xfrm xmlns:a="http://schemas.openxmlformats.org/drawingml/2006/main">
            <a:off x="350520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Flags empty domain-year cells.</a:t>
            </a:r>
          </a:p>
        </p:txBody>
      </p:sp>
      <p:sp>
        <p:nvSpPr>
          <p:cNvPr id="35" name="Shape 33">
            <a:extLst xmlns:a="http://schemas.openxmlformats.org/drawingml/2006/main">
              <a:ext uri="{FF2B5EF4-FFF2-40B4-BE49-F238E27FC236}">
                <a16:creationId xmlns:a16="http://schemas.microsoft.com/office/drawing/2014/main" id="{A7201D11-AB1D-4305-99C3-EEACC0BA543C}"/>
              </a:ext>
            </a:extLst>
          </p:cNvPr>
          <p:cNvSpPr>
            <a:spLocks xmlns:a="http://schemas.openxmlformats.org/drawingml/2006/main" noGrp="1"/>
          </p:cNvSpPr>
          <p:nvPr/>
        </p:nvSpPr>
        <p:spPr>
          <a:xfrm xmlns:a="http://schemas.openxmlformats.org/drawingml/2006/main">
            <a:off x="6050280" y="3246120"/>
            <a:ext cx="2590800" cy="123444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5FED4191-0056-4539-A128-D1075E62E745}"/>
              </a:ext>
            </a:extLst>
          </p:cNvPr>
          <p:cNvSpPr>
            <a:spLocks xmlns:a="http://schemas.openxmlformats.org/drawingml/2006/main" noGrp="1"/>
          </p:cNvSpPr>
          <p:nvPr/>
        </p:nvSpPr>
        <p:spPr>
          <a:xfrm xmlns:a="http://schemas.openxmlformats.org/drawingml/2006/main">
            <a:off x="6050280" y="3246120"/>
            <a:ext cx="54864" cy="12344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F1BB6AA1-9C90-4C26-8F7D-B844060B47DE}"/>
              </a:ext>
            </a:extLst>
          </p:cNvPr>
          <p:cNvSpPr>
            <a:spLocks xmlns:a="http://schemas.openxmlformats.org/drawingml/2006/main" noGrp="1"/>
          </p:cNvSpPr>
          <p:nvPr/>
        </p:nvSpPr>
        <p:spPr>
          <a:xfrm xmlns:a="http://schemas.openxmlformats.org/drawingml/2006/main">
            <a:off x="6278880" y="3383280"/>
            <a:ext cx="640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6AA7D9"/>
                </a:solidFill>
                <a:latin typeface="Calibri"/>
                <a:ea typeface="Calibri"/>
                <a:cs typeface="Calibri"/>
              </a:rPr>
              <a:t>06</a:t>
            </a:r>
          </a:p>
        </p:txBody>
      </p:sp>
      <p:sp>
        <p:nvSpPr>
          <p:cNvPr id="38" name="Text 36">
            <a:extLst xmlns:a="http://schemas.openxmlformats.org/drawingml/2006/main">
              <a:ext uri="{FF2B5EF4-FFF2-40B4-BE49-F238E27FC236}">
                <a16:creationId xmlns:a16="http://schemas.microsoft.com/office/drawing/2014/main" id="{F780BEF0-4A77-4486-AEA6-0DF1E0B82FE7}"/>
              </a:ext>
            </a:extLst>
          </p:cNvPr>
          <p:cNvSpPr>
            <a:spLocks xmlns:a="http://schemas.openxmlformats.org/drawingml/2006/main" noGrp="1"/>
          </p:cNvSpPr>
          <p:nvPr/>
        </p:nvSpPr>
        <p:spPr>
          <a:xfrm xmlns:a="http://schemas.openxmlformats.org/drawingml/2006/main">
            <a:off x="6278880" y="3749040"/>
            <a:ext cx="22250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F1E3F"/>
                </a:solidFill>
                <a:latin typeface="Calibri"/>
                <a:ea typeface="Calibri"/>
                <a:cs typeface="Calibri"/>
              </a:rPr>
              <a:t>National indicator</a:t>
            </a:r>
          </a:p>
        </p:txBody>
      </p:sp>
      <p:sp>
        <p:nvSpPr>
          <p:cNvPr id="39" name="Text 37">
            <a:extLst xmlns:a="http://schemas.openxmlformats.org/drawingml/2006/main">
              <a:ext uri="{FF2B5EF4-FFF2-40B4-BE49-F238E27FC236}">
                <a16:creationId xmlns:a16="http://schemas.microsoft.com/office/drawing/2014/main" id="{C773123C-CCC8-48AF-B53D-9C9935C046C6}"/>
              </a:ext>
            </a:extLst>
          </p:cNvPr>
          <p:cNvSpPr>
            <a:spLocks xmlns:a="http://schemas.openxmlformats.org/drawingml/2006/main" noGrp="1"/>
          </p:cNvSpPr>
          <p:nvPr/>
        </p:nvSpPr>
        <p:spPr>
          <a:xfrm xmlns:a="http://schemas.openxmlformats.org/drawingml/2006/main">
            <a:off x="6278880" y="4087368"/>
            <a:ext cx="222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sld>
</file>

<file path=ppt/slides/slide30.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B8A72A-969A-4BEC-8A0B-0612CD29EDC5}"/>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EEA24534-2C8D-43F6-B5F5-5085EAD3BD25}"/>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2E37991-538E-46E9-B78A-82E10B3FF6A7}"/>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OUTPUTS</a:t>
            </a:r>
          </a:p>
        </p:txBody>
      </p:sp>
      <p:sp>
        <p:nvSpPr>
          <p:cNvPr id="5" name="Shape 3">
            <a:extLst xmlns:a="http://schemas.openxmlformats.org/drawingml/2006/main">
              <a:ext uri="{FF2B5EF4-FFF2-40B4-BE49-F238E27FC236}">
                <a16:creationId xmlns:a16="http://schemas.microsoft.com/office/drawing/2014/main" id="{8BD3B29F-DEDA-428F-A721-B5D72F2A64C9}"/>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1528269-7A65-4B2D-8155-369AE8329D7A}"/>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B652FFFF-9B4E-420F-BABE-DC61C6D8A635}"/>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29 / 59</a:t>
            </a:r>
          </a:p>
        </p:txBody>
      </p:sp>
      <p:sp>
        <p:nvSpPr>
          <p:cNvPr id="8" name="Text 6">
            <a:extLst xmlns:a="http://schemas.openxmlformats.org/drawingml/2006/main">
              <a:ext uri="{FF2B5EF4-FFF2-40B4-BE49-F238E27FC236}">
                <a16:creationId xmlns:a16="http://schemas.microsoft.com/office/drawing/2014/main" id="{5021AAF1-151B-40F7-A4F9-597EC2308A36}"/>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Where results live</a:t>
            </a:r>
          </a:p>
        </p:txBody>
      </p:sp>
      <p:sp>
        <p:nvSpPr>
          <p:cNvPr id="9" name="Text 7">
            <a:extLst xmlns:a="http://schemas.openxmlformats.org/drawingml/2006/main">
              <a:ext uri="{FF2B5EF4-FFF2-40B4-BE49-F238E27FC236}">
                <a16:creationId xmlns:a16="http://schemas.microsoft.com/office/drawing/2014/main" id="{B9A73CF4-5382-4995-B536-2016D968A16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xmlns:a="http://schemas.openxmlformats.org/drawingml/2006/main">
              <a:ext uri="{FF2B5EF4-FFF2-40B4-BE49-F238E27FC236}">
                <a16:creationId xmlns:a16="http://schemas.microsoft.com/office/drawing/2014/main" id="{E6BF8A42-7E77-43F3-A7A6-ECE4A7BD5DEE}"/>
              </a:ext>
            </a:extLst>
          </p:cNvPr>
          <p:cNvSpPr>
            <a:spLocks xmlns:a="http://schemas.openxmlformats.org/drawingml/2006/main" noGrp="1"/>
          </p:cNvSpPr>
          <p:nvPr/>
        </p:nvSpPr>
        <p:spPr>
          <a:xfrm xmlns:a="http://schemas.openxmlformats.org/drawingml/2006/main">
            <a:off x="50292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D8428EF1-2A44-411F-8808-8707AD1FE38E}"/>
              </a:ext>
            </a:extLst>
          </p:cNvPr>
          <p:cNvSpPr>
            <a:spLocks xmlns:a="http://schemas.openxmlformats.org/drawingml/2006/main" noGrp="1"/>
          </p:cNvSpPr>
          <p:nvPr/>
        </p:nvSpPr>
        <p:spPr>
          <a:xfrm xmlns:a="http://schemas.openxmlformats.org/drawingml/2006/main">
            <a:off x="50292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f35f2b61a3d3476f"/>
          <a:stretch xmlns:a="http://schemas.openxmlformats.org/drawingml/2006/main">
            <a:fillRect l="0" t="0" r="0" b="0"/>
          </a:stretch>
        </p:blipFill>
        <p:spPr>
          <a:xfrm xmlns:a="http://schemas.openxmlformats.org/drawingml/2006/main">
            <a:off x="685800" y="1984248"/>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396C980B-2679-4AFC-8ADA-8CECCB15666F}"/>
              </a:ext>
            </a:extLst>
          </p:cNvPr>
          <p:cNvSpPr>
            <a:spLocks xmlns:a="http://schemas.openxmlformats.org/drawingml/2006/main" noGrp="1"/>
          </p:cNvSpPr>
          <p:nvPr/>
        </p:nvSpPr>
        <p:spPr>
          <a:xfrm xmlns:a="http://schemas.openxmlformats.org/drawingml/2006/main">
            <a:off x="109728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outputs/final_report.html + .docx</a:t>
            </a:r>
          </a:p>
        </p:txBody>
      </p:sp>
      <p:sp>
        <p:nvSpPr>
          <p:cNvPr id="14" name="Text 11">
            <a:extLst xmlns:a="http://schemas.openxmlformats.org/drawingml/2006/main">
              <a:ext uri="{FF2B5EF4-FFF2-40B4-BE49-F238E27FC236}">
                <a16:creationId xmlns:a16="http://schemas.microsoft.com/office/drawing/2014/main" id="{14CDD909-1600-4122-B6A2-D8357D181156}"/>
              </a:ext>
            </a:extLst>
          </p:cNvPr>
          <p:cNvSpPr>
            <a:spLocks xmlns:a="http://schemas.openxmlformats.org/drawingml/2006/main" noGrp="1"/>
          </p:cNvSpPr>
          <p:nvPr/>
        </p:nvSpPr>
        <p:spPr>
          <a:xfrm xmlns:a="http://schemas.openxmlformats.org/drawingml/2006/main">
            <a:off x="109728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Same results in both. Word text and tables are editable.</a:t>
            </a:r>
          </a:p>
        </p:txBody>
      </p:sp>
      <p:sp>
        <p:nvSpPr>
          <p:cNvPr id="15" name="Shape 12">
            <a:extLst xmlns:a="http://schemas.openxmlformats.org/drawingml/2006/main">
              <a:ext uri="{FF2B5EF4-FFF2-40B4-BE49-F238E27FC236}">
                <a16:creationId xmlns:a16="http://schemas.microsoft.com/office/drawing/2014/main" id="{07E76D27-AFBB-4458-AA95-193901653DC9}"/>
              </a:ext>
            </a:extLst>
          </p:cNvPr>
          <p:cNvSpPr>
            <a:spLocks xmlns:a="http://schemas.openxmlformats.org/drawingml/2006/main" noGrp="1"/>
          </p:cNvSpPr>
          <p:nvPr/>
        </p:nvSpPr>
        <p:spPr>
          <a:xfrm xmlns:a="http://schemas.openxmlformats.org/drawingml/2006/main">
            <a:off x="4686300" y="178308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EE299E75-068D-4EB9-8F7B-E89B20AA4DF0}"/>
              </a:ext>
            </a:extLst>
          </p:cNvPr>
          <p:cNvSpPr>
            <a:spLocks xmlns:a="http://schemas.openxmlformats.org/drawingml/2006/main" noGrp="1"/>
          </p:cNvSpPr>
          <p:nvPr/>
        </p:nvSpPr>
        <p:spPr>
          <a:xfrm xmlns:a="http://schemas.openxmlformats.org/drawingml/2006/main">
            <a:off x="4686300" y="178308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5" name="Image 1"/>
          <p:cNvPicPr>
            <a:picLocks xmlns:a="http://schemas.openxmlformats.org/drawingml/2006/main" noChangeAspect="1"/>
          </p:cNvPicPr>
          <p:nvPr/>
        </p:nvPicPr>
        <p:blipFill>
          <a:blip xmlns:r="http://schemas.openxmlformats.org/officeDocument/2006/relationships" xmlns:a="http://schemas.openxmlformats.org/drawingml/2006/main" r:embed="Re457d1e925584ae1"/>
          <a:stretch xmlns:a="http://schemas.openxmlformats.org/drawingml/2006/main">
            <a:fillRect l="0" t="0" r="0" b="0"/>
          </a:stretch>
        </p:blipFill>
        <p:spPr>
          <a:xfrm xmlns:a="http://schemas.openxmlformats.org/drawingml/2006/main">
            <a:off x="4869180" y="1984248"/>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D7D6CA3-9D70-401F-B605-99CC38270431}"/>
              </a:ext>
            </a:extLst>
          </p:cNvPr>
          <p:cNvSpPr>
            <a:spLocks xmlns:a="http://schemas.openxmlformats.org/drawingml/2006/main" noGrp="1"/>
          </p:cNvSpPr>
          <p:nvPr/>
        </p:nvSpPr>
        <p:spPr>
          <a:xfrm xmlns:a="http://schemas.openxmlformats.org/drawingml/2006/main">
            <a:off x="5280660" y="184708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outputs/figures/</a:t>
            </a:r>
          </a:p>
        </p:txBody>
      </p:sp>
      <p:sp>
        <p:nvSpPr>
          <p:cNvPr id="19" name="Text 15">
            <a:extLst xmlns:a="http://schemas.openxmlformats.org/drawingml/2006/main">
              <a:ext uri="{FF2B5EF4-FFF2-40B4-BE49-F238E27FC236}">
                <a16:creationId xmlns:a16="http://schemas.microsoft.com/office/drawing/2014/main" id="{A078FD86-A6DB-4098-8684-6F5C1FD3AB91}"/>
              </a:ext>
            </a:extLst>
          </p:cNvPr>
          <p:cNvSpPr>
            <a:spLocks xmlns:a="http://schemas.openxmlformats.org/drawingml/2006/main" noGrp="1"/>
          </p:cNvSpPr>
          <p:nvPr/>
        </p:nvSpPr>
        <p:spPr>
          <a:xfrm xmlns:a="http://schemas.openxmlformats.org/drawingml/2006/main">
            <a:off x="5280660" y="211226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Maps, diagnostics, change and RMSE plots (.png).</a:t>
            </a:r>
          </a:p>
        </p:txBody>
      </p:sp>
      <p:sp>
        <p:nvSpPr>
          <p:cNvPr id="20" name="Shape 16">
            <a:extLst xmlns:a="http://schemas.openxmlformats.org/drawingml/2006/main">
              <a:ext uri="{FF2B5EF4-FFF2-40B4-BE49-F238E27FC236}">
                <a16:creationId xmlns:a16="http://schemas.microsoft.com/office/drawing/2014/main" id="{D1F07D4C-510F-4794-A109-20C7EB76AE65}"/>
              </a:ext>
            </a:extLst>
          </p:cNvPr>
          <p:cNvSpPr>
            <a:spLocks xmlns:a="http://schemas.openxmlformats.org/drawingml/2006/main" noGrp="1"/>
          </p:cNvSpPr>
          <p:nvPr/>
        </p:nvSpPr>
        <p:spPr>
          <a:xfrm xmlns:a="http://schemas.openxmlformats.org/drawingml/2006/main">
            <a:off x="50292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34D142FF-FE10-40FB-99DB-6DFFB8CAC48B}"/>
              </a:ext>
            </a:extLst>
          </p:cNvPr>
          <p:cNvSpPr>
            <a:spLocks xmlns:a="http://schemas.openxmlformats.org/drawingml/2006/main" noGrp="1"/>
          </p:cNvSpPr>
          <p:nvPr/>
        </p:nvSpPr>
        <p:spPr>
          <a:xfrm xmlns:a="http://schemas.openxmlformats.org/drawingml/2006/main">
            <a:off x="50292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0e97ec8f861a4529"/>
          <a:stretch xmlns:a="http://schemas.openxmlformats.org/drawingml/2006/main">
            <a:fillRect l="0" t="0" r="0" b="0"/>
          </a:stretch>
        </p:blipFill>
        <p:spPr>
          <a:xfrm xmlns:a="http://schemas.openxmlformats.org/drawingml/2006/main">
            <a:off x="685800" y="2807208"/>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D2008083-8A22-44DA-93F7-3A70CD5B4B2E}"/>
              </a:ext>
            </a:extLst>
          </p:cNvPr>
          <p:cNvSpPr>
            <a:spLocks xmlns:a="http://schemas.openxmlformats.org/drawingml/2006/main" noGrp="1"/>
          </p:cNvSpPr>
          <p:nvPr/>
        </p:nvSpPr>
        <p:spPr>
          <a:xfrm xmlns:a="http://schemas.openxmlformats.org/drawingml/2006/main">
            <a:off x="109728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pov_comparison_detailed.xlsx</a:t>
            </a:r>
          </a:p>
        </p:txBody>
      </p:sp>
      <p:sp>
        <p:nvSpPr>
          <p:cNvPr id="24" name="Text 19">
            <a:extLst xmlns:a="http://schemas.openxmlformats.org/drawingml/2006/main">
              <a:ext uri="{FF2B5EF4-FFF2-40B4-BE49-F238E27FC236}">
                <a16:creationId xmlns:a16="http://schemas.microsoft.com/office/drawing/2014/main" id="{73765296-724F-40D4-8F27-CA8AF3CD078E}"/>
              </a:ext>
            </a:extLst>
          </p:cNvPr>
          <p:cNvSpPr>
            <a:spLocks xmlns:a="http://schemas.openxmlformats.org/drawingml/2006/main" noGrp="1"/>
          </p:cNvSpPr>
          <p:nvPr/>
        </p:nvSpPr>
        <p:spPr>
          <a:xfrm xmlns:a="http://schemas.openxmlformats.org/drawingml/2006/main">
            <a:off x="109728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xmlns:a="http://schemas.openxmlformats.org/drawingml/2006/main">
              <a:ext uri="{FF2B5EF4-FFF2-40B4-BE49-F238E27FC236}">
                <a16:creationId xmlns:a16="http://schemas.microsoft.com/office/drawing/2014/main" id="{2D2A84E8-0468-4A0D-A87F-AB348834191F}"/>
              </a:ext>
            </a:extLst>
          </p:cNvPr>
          <p:cNvSpPr>
            <a:spLocks xmlns:a="http://schemas.openxmlformats.org/drawingml/2006/main" noGrp="1"/>
          </p:cNvSpPr>
          <p:nvPr/>
        </p:nvSpPr>
        <p:spPr>
          <a:xfrm xmlns:a="http://schemas.openxmlformats.org/drawingml/2006/main">
            <a:off x="4686300" y="260604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F0BDAC8B-20BE-4A16-BE9D-1EA609E101B1}"/>
              </a:ext>
            </a:extLst>
          </p:cNvPr>
          <p:cNvSpPr>
            <a:spLocks xmlns:a="http://schemas.openxmlformats.org/drawingml/2006/main" noGrp="1"/>
          </p:cNvSpPr>
          <p:nvPr/>
        </p:nvSpPr>
        <p:spPr>
          <a:xfrm xmlns:a="http://schemas.openxmlformats.org/drawingml/2006/main">
            <a:off x="4686300" y="260604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5" name="Image 3"/>
          <p:cNvPicPr>
            <a:picLocks xmlns:a="http://schemas.openxmlformats.org/drawingml/2006/main" noChangeAspect="1"/>
          </p:cNvPicPr>
          <p:nvPr/>
        </p:nvPicPr>
        <p:blipFill>
          <a:blip xmlns:r="http://schemas.openxmlformats.org/officeDocument/2006/relationships" xmlns:a="http://schemas.openxmlformats.org/drawingml/2006/main" r:embed="Rf35f2b61a3d3476f"/>
          <a:stretch xmlns:a="http://schemas.openxmlformats.org/drawingml/2006/main">
            <a:fillRect l="0" t="0" r="0" b="0"/>
          </a:stretch>
        </p:blipFill>
        <p:spPr>
          <a:xfrm xmlns:a="http://schemas.openxmlformats.org/drawingml/2006/main">
            <a:off x="4869180" y="2807208"/>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70A94358-99E9-4702-9145-81E25FEBE9BD}"/>
              </a:ext>
            </a:extLst>
          </p:cNvPr>
          <p:cNvSpPr>
            <a:spLocks xmlns:a="http://schemas.openxmlformats.org/drawingml/2006/main" noGrp="1"/>
          </p:cNvSpPr>
          <p:nvPr/>
        </p:nvSpPr>
        <p:spPr>
          <a:xfrm xmlns:a="http://schemas.openxmlformats.org/drawingml/2006/main">
            <a:off x="5280660" y="267004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outputs/data/</a:t>
            </a:r>
          </a:p>
        </p:txBody>
      </p:sp>
      <p:sp>
        <p:nvSpPr>
          <p:cNvPr id="29" name="Text 23">
            <a:extLst xmlns:a="http://schemas.openxmlformats.org/drawingml/2006/main">
              <a:ext uri="{FF2B5EF4-FFF2-40B4-BE49-F238E27FC236}">
                <a16:creationId xmlns:a16="http://schemas.microsoft.com/office/drawing/2014/main" id="{3B1A0894-2FDF-43E1-B86D-1D3AE247C25C}"/>
              </a:ext>
            </a:extLst>
          </p:cNvPr>
          <p:cNvSpPr>
            <a:spLocks xmlns:a="http://schemas.openxmlformats.org/drawingml/2006/main" noGrp="1"/>
          </p:cNvSpPr>
          <p:nvPr/>
        </p:nvSpPr>
        <p:spPr>
          <a:xfrm xmlns:a="http://schemas.openxmlformats.org/drawingml/2006/main">
            <a:off x="5280660" y="293522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xmlns:a="http://schemas.openxmlformats.org/drawingml/2006/main">
              <a:ext uri="{FF2B5EF4-FFF2-40B4-BE49-F238E27FC236}">
                <a16:creationId xmlns:a16="http://schemas.microsoft.com/office/drawing/2014/main" id="{0872B8BA-6BF3-45D6-8926-F4ED0178236A}"/>
              </a:ext>
            </a:extLst>
          </p:cNvPr>
          <p:cNvSpPr>
            <a:spLocks xmlns:a="http://schemas.openxmlformats.org/drawingml/2006/main" noGrp="1"/>
          </p:cNvSpPr>
          <p:nvPr/>
        </p:nvSpPr>
        <p:spPr>
          <a:xfrm xmlns:a="http://schemas.openxmlformats.org/drawingml/2006/main">
            <a:off x="50292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6F65EA1C-D3DE-4681-A433-71CFAA44B8DF}"/>
              </a:ext>
            </a:extLst>
          </p:cNvPr>
          <p:cNvSpPr>
            <a:spLocks xmlns:a="http://schemas.openxmlformats.org/drawingml/2006/main" noGrp="1"/>
          </p:cNvSpPr>
          <p:nvPr/>
        </p:nvSpPr>
        <p:spPr>
          <a:xfrm xmlns:a="http://schemas.openxmlformats.org/drawingml/2006/main">
            <a:off x="50292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f35f2b61a3d3476f"/>
          <a:stretch xmlns:a="http://schemas.openxmlformats.org/drawingml/2006/main">
            <a:fillRect l="0" t="0" r="0" b="0"/>
          </a:stretch>
        </p:blipFill>
        <p:spPr>
          <a:xfrm xmlns:a="http://schemas.openxmlformats.org/drawingml/2006/main">
            <a:off x="685800" y="3630168"/>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92BC5667-E020-48DA-8251-3E91E3A00093}"/>
              </a:ext>
            </a:extLst>
          </p:cNvPr>
          <p:cNvSpPr>
            <a:spLocks xmlns:a="http://schemas.openxmlformats.org/drawingml/2006/main" noGrp="1"/>
          </p:cNvSpPr>
          <p:nvPr/>
        </p:nvSpPr>
        <p:spPr>
          <a:xfrm xmlns:a="http://schemas.openxmlformats.org/drawingml/2006/main">
            <a:off x="109728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outputs/tables/</a:t>
            </a:r>
          </a:p>
        </p:txBody>
      </p:sp>
      <p:sp>
        <p:nvSpPr>
          <p:cNvPr id="34" name="Text 27">
            <a:extLst xmlns:a="http://schemas.openxmlformats.org/drawingml/2006/main">
              <a:ext uri="{FF2B5EF4-FFF2-40B4-BE49-F238E27FC236}">
                <a16:creationId xmlns:a16="http://schemas.microsoft.com/office/drawing/2014/main" id="{2199F46B-7597-475B-B90B-85181A4B2C8E}"/>
              </a:ext>
            </a:extLst>
          </p:cNvPr>
          <p:cNvSpPr>
            <a:spLocks xmlns:a="http://schemas.openxmlformats.org/drawingml/2006/main" noGrp="1"/>
          </p:cNvSpPr>
          <p:nvPr/>
        </p:nvSpPr>
        <p:spPr>
          <a:xfrm xmlns:a="http://schemas.openxmlformats.org/drawingml/2006/main">
            <a:off x="109728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CSV summaries: readiness, model fit and tests.</a:t>
            </a:r>
          </a:p>
        </p:txBody>
      </p:sp>
      <p:sp>
        <p:nvSpPr>
          <p:cNvPr id="35" name="Shape 28">
            <a:extLst xmlns:a="http://schemas.openxmlformats.org/drawingml/2006/main">
              <a:ext uri="{FF2B5EF4-FFF2-40B4-BE49-F238E27FC236}">
                <a16:creationId xmlns:a16="http://schemas.microsoft.com/office/drawing/2014/main" id="{10AD6E75-2F45-4E4A-91AD-631F1BE8CCD1}"/>
              </a:ext>
            </a:extLst>
          </p:cNvPr>
          <p:cNvSpPr>
            <a:spLocks xmlns:a="http://schemas.openxmlformats.org/drawingml/2006/main" noGrp="1"/>
          </p:cNvSpPr>
          <p:nvPr/>
        </p:nvSpPr>
        <p:spPr>
          <a:xfrm xmlns:a="http://schemas.openxmlformats.org/drawingml/2006/main">
            <a:off x="4686300" y="3429000"/>
            <a:ext cx="3954780" cy="71323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F1EA5501-A9D6-4BAA-A580-DB7B7F562141}"/>
              </a:ext>
            </a:extLst>
          </p:cNvPr>
          <p:cNvSpPr>
            <a:spLocks xmlns:a="http://schemas.openxmlformats.org/drawingml/2006/main" noGrp="1"/>
          </p:cNvSpPr>
          <p:nvPr/>
        </p:nvSpPr>
        <p:spPr>
          <a:xfrm xmlns:a="http://schemas.openxmlformats.org/drawingml/2006/main">
            <a:off x="4686300" y="3429000"/>
            <a:ext cx="54864" cy="713232"/>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e457d1e925584ae1"/>
          <a:stretch xmlns:a="http://schemas.openxmlformats.org/drawingml/2006/main">
            <a:fillRect l="0" t="0" r="0" b="0"/>
          </a:stretch>
        </p:blipFill>
        <p:spPr>
          <a:xfrm xmlns:a="http://schemas.openxmlformats.org/drawingml/2006/main">
            <a:off x="4869180" y="3630168"/>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211DA557-31CC-4254-A585-72F02E3707D1}"/>
              </a:ext>
            </a:extLst>
          </p:cNvPr>
          <p:cNvSpPr>
            <a:spLocks xmlns:a="http://schemas.openxmlformats.org/drawingml/2006/main" noGrp="1"/>
          </p:cNvSpPr>
          <p:nvPr/>
        </p:nvSpPr>
        <p:spPr>
          <a:xfrm xmlns:a="http://schemas.openxmlformats.org/drawingml/2006/main">
            <a:off x="5280660" y="3493008"/>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F1E3F"/>
                </a:solidFill>
                <a:latin typeface="Consolas"/>
                <a:ea typeface="Consolas"/>
                <a:cs typeface="Consolas"/>
              </a:rPr>
              <a:t>app_runs/…/app_config.yml</a:t>
            </a:r>
          </a:p>
        </p:txBody>
      </p:sp>
      <p:sp>
        <p:nvSpPr>
          <p:cNvPr id="39" name="Text 31">
            <a:extLst xmlns:a="http://schemas.openxmlformats.org/drawingml/2006/main">
              <a:ext uri="{FF2B5EF4-FFF2-40B4-BE49-F238E27FC236}">
                <a16:creationId xmlns:a16="http://schemas.microsoft.com/office/drawing/2014/main" id="{946406F1-82D9-40D8-B930-E753FFF5102F}"/>
              </a:ext>
            </a:extLst>
          </p:cNvPr>
          <p:cNvSpPr>
            <a:spLocks xmlns:a="http://schemas.openxmlformats.org/drawingml/2006/main" noGrp="1"/>
          </p:cNvSpPr>
          <p:nvPr/>
        </p:nvSpPr>
        <p:spPr>
          <a:xfrm xmlns:a="http://schemas.openxmlformats.org/drawingml/2006/main">
            <a:off x="5280660" y="3758184"/>
            <a:ext cx="32689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The run’s saved settings, to reload later.</a:t>
            </a:r>
          </a:p>
        </p:txBody>
      </p:sp>
      <p:sp>
        <p:nvSpPr>
          <p:cNvPr id="40" name="Shape 32">
            <a:extLst xmlns:a="http://schemas.openxmlformats.org/drawingml/2006/main">
              <a:ext uri="{FF2B5EF4-FFF2-40B4-BE49-F238E27FC236}">
                <a16:creationId xmlns:a16="http://schemas.microsoft.com/office/drawing/2014/main" id="{F078EB0E-DC11-4568-800D-48880DBC3D07}"/>
              </a:ext>
            </a:extLst>
          </p:cNvPr>
          <p:cNvSpPr>
            <a:spLocks xmlns:a="http://schemas.openxmlformats.org/drawingml/2006/main" noGrp="1"/>
          </p:cNvSpPr>
          <p:nvPr/>
        </p:nvSpPr>
        <p:spPr>
          <a:xfrm xmlns:a="http://schemas.openxmlformats.org/drawingml/2006/main">
            <a:off x="502920" y="4389120"/>
            <a:ext cx="8138160" cy="365760"/>
          </a:xfrm>
          <a:prstGeom xmlns:a="http://schemas.openxmlformats.org/drawingml/2006/main" prst="rect">
            <a:avLst/>
          </a:prstGeom>
          <a:solidFill xmlns:a="http://schemas.openxmlformats.org/drawingml/2006/main">
            <a:srgbClr val="EEF5FB"/>
          </a:solidFill>
          <a:ln xmlns:a="http://schemas.openxmlformats.org/drawingml/2006/main" w="9525">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89" name="Image 6"/>
          <p:cNvPicPr>
            <a:picLocks xmlns:a="http://schemas.openxmlformats.org/drawingml/2006/main" noChangeAspect="1"/>
          </p:cNvPicPr>
          <p:nvPr/>
        </p:nvPicPr>
        <p:blipFill>
          <a:blip xmlns:r="http://schemas.openxmlformats.org/officeDocument/2006/relationships" xmlns:a="http://schemas.openxmlformats.org/drawingml/2006/main" r:embed="Race2f351c9724df9"/>
          <a:stretch xmlns:a="http://schemas.openxmlformats.org/drawingml/2006/main">
            <a:fillRect l="0" t="0" r="0" b="0"/>
          </a:stretch>
        </p:blipFill>
        <p:spPr>
          <a:xfrm xmlns:a="http://schemas.openxmlformats.org/drawingml/2006/main">
            <a:off x="640080" y="4462272"/>
            <a:ext cx="219456" cy="219456"/>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C5614B53-7601-45F1-A2EE-655560E5F94E}"/>
              </a:ext>
            </a:extLst>
          </p:cNvPr>
          <p:cNvSpPr>
            <a:spLocks xmlns:a="http://schemas.openxmlformats.org/drawingml/2006/main" noGrp="1"/>
          </p:cNvSpPr>
          <p:nvPr/>
        </p:nvSpPr>
        <p:spPr>
          <a:xfrm xmlns:a="http://schemas.openxmlformats.org/drawingml/2006/main">
            <a:off x="941832" y="4389120"/>
            <a:ext cx="7589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sld>
</file>

<file path=ppt/slides/slide31.xml><?xml version="1.0" encoding="utf-8"?>
<p:sld xmlns:p="http://schemas.openxmlformats.org/presentationml/2006/main">
  <p:cSld>
    <p:bg>
      <p:bgPr>
        <a:blipFill xmlns:a="http://schemas.openxmlformats.org/drawingml/2006/main" rotWithShape="1">
          <a:blip xmlns:r="http://schemas.openxmlformats.org/officeDocument/2006/relationships" r:embed="Rbd680a5383bc4a1c"/>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03</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Worked
examples</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31 / 59</a:t>
            </a:r>
          </a:p>
        </p:txBody>
      </p:sp>
    </p:spTree>
    <p:extLst>
      <p:ext uri="{BB962C8B-B14F-4D97-AF65-F5344CB8AC3E}">
        <p14:creationId xmlns:p14="http://schemas.microsoft.com/office/powerpoint/2010/main" val="1274574661"/>
      </p:ext>
    </p:extLst>
  </p:cSld>
</p:sld>
</file>

<file path=ppt/slides/slide32.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33 / 59</a:t>
            </a:r>
          </a:p>
        </p:txBody>
      </p:sp>
      <p:sp>
        <p:nvSpPr>
          <p:cNvPr id="8" name="Workflow label">
            <a:extLst xmlns:a="http://schemas.openxmlformats.org/drawingml/2006/main">
              <a:ext uri="{FF2B5EF4-FFF2-40B4-BE49-F238E27FC236}">
                <a16:creationId xmlns:a16="http://schemas.microsoft.com/office/drawing/2014/main" id="{6F86302C-B1B0-4A1B-9BE1-B9F70D41CA3F}"/>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xmlns:a="http://schemas.openxmlformats.org/drawingml/2006/main">
              <a:ext uri="{FF2B5EF4-FFF2-40B4-BE49-F238E27FC236}">
                <a16:creationId xmlns:a16="http://schemas.microsoft.com/office/drawing/2014/main" id="{AB3879E8-C225-4EB2-82B3-DD061997DC76}"/>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xmlns:a="http://schemas.openxmlformats.org/drawingml/2006/main">
              <a:ext uri="{FF2B5EF4-FFF2-40B4-BE49-F238E27FC236}">
                <a16:creationId xmlns:a16="http://schemas.microsoft.com/office/drawing/2014/main" id="{F5538FFC-22BE-453D-A8E0-A0C87395EF7F}"/>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xmlns:a="http://schemas.openxmlformats.org/drawingml/2006/main">
              <a:ext uri="{FF2B5EF4-FFF2-40B4-BE49-F238E27FC236}">
                <a16:creationId xmlns:a16="http://schemas.microsoft.com/office/drawing/2014/main" id="{25E34F45-F53D-43F5-A19D-8854E13AD88E}"/>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34 / 59</a:t>
            </a:r>
          </a:p>
        </p:txBody>
      </p:sp>
      <p:sp>
        <p:nvSpPr>
          <p:cNvPr id="8" name="Section">
            <a:extLst xmlns:a="http://schemas.openxmlformats.org/drawingml/2006/main">
              <a:ext uri="{FF2B5EF4-FFF2-40B4-BE49-F238E27FC236}">
                <a16:creationId xmlns:a16="http://schemas.microsoft.com/office/drawing/2014/main" id="{230D8402-9594-4F0D-86BF-6F58371749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xmlns:a="http://schemas.openxmlformats.org/drawingml/2006/main">
              <a:ext uri="{FF2B5EF4-FFF2-40B4-BE49-F238E27FC236}">
                <a16:creationId xmlns:a16="http://schemas.microsoft.com/office/drawing/2014/main" id="{1F04E2FD-B66A-476E-8676-A7065DF09B61}"/>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xmlns:a="http://schemas.openxmlformats.org/drawingml/2006/main">
              <a:ext uri="{FF2B5EF4-FFF2-40B4-BE49-F238E27FC236}">
                <a16:creationId xmlns:a16="http://schemas.microsoft.com/office/drawing/2014/main" id="{17E5249F-3A3A-48C5-961B-C973DE246C8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xmlns:a="http://schemas.openxmlformats.org/drawingml/2006/main">
              <a:ext uri="{FF2B5EF4-FFF2-40B4-BE49-F238E27FC236}">
                <a16:creationId xmlns:a16="http://schemas.microsoft.com/office/drawing/2014/main" id="{DA0CDB97-AF11-42E6-A4F1-8E19BEA84753}"/>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xmlns:a="http://schemas.openxmlformats.org/drawingml/2006/main">
              <a:ext uri="{FF2B5EF4-FFF2-40B4-BE49-F238E27FC236}">
                <a16:creationId xmlns:a16="http://schemas.microsoft.com/office/drawing/2014/main" id="{0AB41810-7562-42FA-8C05-1EDA7A25F6F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xmlns:a="http://schemas.openxmlformats.org/drawingml/2006/main">
              <a:ext uri="{FF2B5EF4-FFF2-40B4-BE49-F238E27FC236}">
                <a16:creationId xmlns:a16="http://schemas.microsoft.com/office/drawing/2014/main" id="{02F82A08-D0B9-487B-B467-5BD622551E8C}"/>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xmlns:a="http://schemas.openxmlformats.org/drawingml/2006/main">
              <a:ext uri="{FF2B5EF4-FFF2-40B4-BE49-F238E27FC236}">
                <a16:creationId xmlns:a16="http://schemas.microsoft.com/office/drawing/2014/main" id="{CB92AAA4-B1C7-4D93-AFDB-452141E5A632}"/>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xmlns:a="http://schemas.openxmlformats.org/drawingml/2006/main">
              <a:ext uri="{FF2B5EF4-FFF2-40B4-BE49-F238E27FC236}">
                <a16:creationId xmlns:a16="http://schemas.microsoft.com/office/drawing/2014/main" id="{D8642B87-FCFB-46DE-8CF5-95844603E2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xmlns:a="http://schemas.openxmlformats.org/drawingml/2006/main">
              <a:ext uri="{FF2B5EF4-FFF2-40B4-BE49-F238E27FC236}">
                <a16:creationId xmlns:a16="http://schemas.microsoft.com/office/drawing/2014/main" id="{1AF5C016-52FE-456D-BCD5-94FB20447A19}"/>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xmlns:a="http://schemas.openxmlformats.org/drawingml/2006/main">
              <a:ext uri="{FF2B5EF4-FFF2-40B4-BE49-F238E27FC236}">
                <a16:creationId xmlns:a16="http://schemas.microsoft.com/office/drawing/2014/main" id="{6B7567DB-240C-4ED7-B57E-028D9255085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35 / 59</a:t>
            </a:r>
          </a:p>
        </p:txBody>
      </p:sp>
      <p:sp>
        <p:nvSpPr>
          <p:cNvPr id="8" name="Section">
            <a:extLst xmlns:a="http://schemas.openxmlformats.org/drawingml/2006/main">
              <a:ext uri="{FF2B5EF4-FFF2-40B4-BE49-F238E27FC236}">
                <a16:creationId xmlns:a16="http://schemas.microsoft.com/office/drawing/2014/main" id="{1D7AB8F0-C0E4-46F9-B3C1-15B66840CB7C}"/>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xmlns:a="http://schemas.openxmlformats.org/drawingml/2006/main">
              <a:ext uri="{FF2B5EF4-FFF2-40B4-BE49-F238E27FC236}">
                <a16:creationId xmlns:a16="http://schemas.microsoft.com/office/drawing/2014/main" id="{AB822B16-B673-4E73-9B94-AD0931B50B1B}"/>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xmlns:a="http://schemas.openxmlformats.org/drawingml/2006/main">
              <a:ext uri="{FF2B5EF4-FFF2-40B4-BE49-F238E27FC236}">
                <a16:creationId xmlns:a16="http://schemas.microsoft.com/office/drawing/2014/main" id="{40F479B9-0824-4E9C-93FF-5B3184D0EC8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xmlns:a="http://schemas.openxmlformats.org/drawingml/2006/main">
              <a:ext uri="{FF2B5EF4-FFF2-40B4-BE49-F238E27FC236}">
                <a16:creationId xmlns:a16="http://schemas.microsoft.com/office/drawing/2014/main" id="{08F2B7EE-D63E-4360-A1B5-6C7CB5AC124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xmlns:a="http://schemas.openxmlformats.org/drawingml/2006/main">
              <a:ext uri="{FF2B5EF4-FFF2-40B4-BE49-F238E27FC236}">
                <a16:creationId xmlns:a16="http://schemas.microsoft.com/office/drawing/2014/main" id="{0F73CCFC-3E2A-46FC-AD18-F9D2136F78C1}"/>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xmlns:a="http://schemas.openxmlformats.org/drawingml/2006/main">
              <a:ext uri="{FF2B5EF4-FFF2-40B4-BE49-F238E27FC236}">
                <a16:creationId xmlns:a16="http://schemas.microsoft.com/office/drawing/2014/main" id="{8C4790DC-9709-4F2F-AD8E-E47424B7A173}"/>
              </a:ext>
            </a:extLst>
          </p:cNvPr>
          <p:cNvSpPr>
            <a:spLocks xmlns:a="http://schemas.openxmlformats.org/drawingml/2006/main" noGrp="1"/>
          </p:cNvSpPr>
          <p:nvPr/>
        </p:nvSpPr>
        <p:spPr>
          <a:xfrm xmlns:a="http://schemas.openxmlformats.org/drawingml/2006/main">
            <a:off x="504825" y="27336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xmlns:a="http://schemas.openxmlformats.org/drawingml/2006/main">
              <a:ext uri="{FF2B5EF4-FFF2-40B4-BE49-F238E27FC236}">
                <a16:creationId xmlns:a16="http://schemas.microsoft.com/office/drawing/2014/main" id="{141183B5-3559-498A-A4B4-A7ACB6E43BD2}"/>
              </a:ext>
            </a:extLst>
          </p:cNvPr>
          <p:cNvSpPr>
            <a:spLocks xmlns:a="http://schemas.openxmlformats.org/drawingml/2006/main" noGrp="1"/>
          </p:cNvSpPr>
          <p:nvPr/>
        </p:nvSpPr>
        <p:spPr>
          <a:xfrm xmlns:a="http://schemas.openxmlformats.org/drawingml/2006/main">
            <a:off x="2400300" y="27336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 Step 3, Poverty line source: Column in data (lines vary across records or areas) or Numeric value (one line per analysis year).</a:t>
            </a:r>
          </a:p>
        </p:txBody>
      </p:sp>
      <p:sp>
        <p:nvSpPr>
          <p:cNvPr id="15" name="Label 2">
            <a:extLst xmlns:a="http://schemas.openxmlformats.org/drawingml/2006/main">
              <a:ext uri="{FF2B5EF4-FFF2-40B4-BE49-F238E27FC236}">
                <a16:creationId xmlns:a16="http://schemas.microsoft.com/office/drawing/2014/main" id="{E9E71565-0C10-40EC-8704-D193EF36CBE2}"/>
              </a:ext>
            </a:extLst>
          </p:cNvPr>
          <p:cNvSpPr>
            <a:spLocks xmlns:a="http://schemas.openxmlformats.org/drawingml/2006/main" noGrp="1"/>
          </p:cNvSpPr>
          <p:nvPr/>
        </p:nvSpPr>
        <p:spPr>
          <a:xfrm xmlns:a="http://schemas.openxmlformats.org/drawingml/2006/main">
            <a:off x="504825" y="35433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 (Step 3)</a:t>
            </a:r>
          </a:p>
        </p:txBody>
      </p:sp>
      <p:sp>
        <p:nvSpPr>
          <p:cNvPr id="16" name="Body 2">
            <a:extLst xmlns:a="http://schemas.openxmlformats.org/drawingml/2006/main">
              <a:ext uri="{FF2B5EF4-FFF2-40B4-BE49-F238E27FC236}">
                <a16:creationId xmlns:a16="http://schemas.microsoft.com/office/drawing/2014/main" id="{5AF0AB0E-28C5-4BF4-BB15-18AFAC56B550}"/>
              </a:ext>
            </a:extLst>
          </p:cNvPr>
          <p:cNvSpPr>
            <a:spLocks xmlns:a="http://schemas.openxmlformats.org/drawingml/2006/main" noGrp="1"/>
          </p:cNvSpPr>
          <p:nvPr/>
        </p:nvSpPr>
        <p:spPr>
          <a:xfrm xmlns:a="http://schemas.openxmlformats.org/drawingml/2006/main">
            <a:off x="2400300" y="35433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then FGT(0) headcount. Confirm that the selected line source matches the welfare measure and analysis years.</a:t>
            </a:r>
          </a:p>
        </p:txBody>
      </p:sp>
      <p:sp>
        <p:nvSpPr>
          <p:cNvPr id="17" name="Key point">
            <a:extLst xmlns:a="http://schemas.openxmlformats.org/drawingml/2006/main">
              <a:ext uri="{FF2B5EF4-FFF2-40B4-BE49-F238E27FC236}">
                <a16:creationId xmlns:a16="http://schemas.microsoft.com/office/drawing/2014/main" id="{3E021728-561A-4189-BE84-0FBA915C12D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spTree>
    <p:extLst>
      <p:ext uri="{BB962C8B-B14F-4D97-AF65-F5344CB8AC3E}">
        <p14:creationId xmlns:p14="http://schemas.microsoft.com/office/powerpoint/2010/main" val="130360664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36 / 59</a:t>
            </a:r>
          </a:p>
        </p:txBody>
      </p:sp>
      <p:sp>
        <p:nvSpPr>
          <p:cNvPr id="8" name="Section">
            <a:extLst xmlns:a="http://schemas.openxmlformats.org/drawingml/2006/main">
              <a:ext uri="{FF2B5EF4-FFF2-40B4-BE49-F238E27FC236}">
                <a16:creationId xmlns:a16="http://schemas.microsoft.com/office/drawing/2014/main" id="{B30CA2AE-830A-4D8F-93DA-C4010E7B3EC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xmlns:a="http://schemas.openxmlformats.org/drawingml/2006/main">
              <a:ext uri="{FF2B5EF4-FFF2-40B4-BE49-F238E27FC236}">
                <a16:creationId xmlns:a16="http://schemas.microsoft.com/office/drawing/2014/main" id="{9B7875E8-75AC-42F5-9DFD-5A05599B7B6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xmlns:a="http://schemas.openxmlformats.org/drawingml/2006/main">
              <a:ext uri="{FF2B5EF4-FFF2-40B4-BE49-F238E27FC236}">
                <a16:creationId xmlns:a16="http://schemas.microsoft.com/office/drawing/2014/main" id="{387E6F6D-6766-44A1-836B-52B9D8E81469}"/>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xmlns:a="http://schemas.openxmlformats.org/drawingml/2006/main">
              <a:ext uri="{FF2B5EF4-FFF2-40B4-BE49-F238E27FC236}">
                <a16:creationId xmlns:a16="http://schemas.microsoft.com/office/drawing/2014/main" id="{7633A5D1-D4FD-4717-818F-62A60BBF89D1}"/>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xmlns:a="http://schemas.openxmlformats.org/drawingml/2006/main">
              <a:ext uri="{FF2B5EF4-FFF2-40B4-BE49-F238E27FC236}">
                <a16:creationId xmlns:a16="http://schemas.microsoft.com/office/drawing/2014/main" id="{7416CE95-0E89-4329-A8D3-1BCEBA53681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3" name="Label 1">
            <a:extLst xmlns:a="http://schemas.openxmlformats.org/drawingml/2006/main">
              <a:ext uri="{FF2B5EF4-FFF2-40B4-BE49-F238E27FC236}">
                <a16:creationId xmlns:a16="http://schemas.microsoft.com/office/drawing/2014/main" id="{2EE3A166-CDCF-4571-93DC-D4BACF001EF3}"/>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estimation</a:t>
            </a:r>
          </a:p>
        </p:txBody>
      </p:sp>
      <p:sp>
        <p:nvSpPr>
          <p:cNvPr id="14" name="Body 1">
            <a:extLst xmlns:a="http://schemas.openxmlformats.org/drawingml/2006/main">
              <a:ext uri="{FF2B5EF4-FFF2-40B4-BE49-F238E27FC236}">
                <a16:creationId xmlns:a16="http://schemas.microsoft.com/office/drawing/2014/main" id="{C2C446C6-668D-41F8-8BB2-D26BB772CF97}"/>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Check the year-specific poverty lines against the survey welfare units and prices. Use the common review and readiness procedure from the wizard walkthrough.</a:t>
            </a:r>
          </a:p>
        </p:txBody>
      </p:sp>
      <p:sp>
        <p:nvSpPr>
          <p:cNvPr id="15" name="Label 2">
            <a:extLst xmlns:a="http://schemas.openxmlformats.org/drawingml/2006/main">
              <a:ext uri="{FF2B5EF4-FFF2-40B4-BE49-F238E27FC236}">
                <a16:creationId xmlns:a16="http://schemas.microsoft.com/office/drawing/2014/main" id="{1D167144-9B61-4776-A763-5378B90A5601}"/>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Read the results</a:t>
            </a:r>
          </a:p>
        </p:txBody>
      </p:sp>
      <p:sp>
        <p:nvSpPr>
          <p:cNvPr id="16" name="Body 2">
            <a:extLst xmlns:a="http://schemas.openxmlformats.org/drawingml/2006/main">
              <a:ext uri="{FF2B5EF4-FFF2-40B4-BE49-F238E27FC236}">
                <a16:creationId xmlns:a16="http://schemas.microsoft.com/office/drawing/2014/main" id="{2312BB93-A3CB-4A4C-91F3-9FB303651385}"/>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Review Direct, UFH and MFH headcounts and their uncertainty. A fall from 20% to 18% is a fall of 2 percentage points (10% in relative terms).</a:t>
            </a:r>
          </a:p>
        </p:txBody>
      </p:sp>
      <p:sp>
        <p:nvSpPr>
          <p:cNvPr id="17" name="Key point">
            <a:extLst xmlns:a="http://schemas.openxmlformats.org/drawingml/2006/main">
              <a:ext uri="{FF2B5EF4-FFF2-40B4-BE49-F238E27FC236}">
                <a16:creationId xmlns:a16="http://schemas.microsoft.com/office/drawing/2014/main" id="{0A4393E0-6EC4-4C8D-B755-E20C9130937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spTree>
    <p:extLst>
      <p:ext uri="{BB962C8B-B14F-4D97-AF65-F5344CB8AC3E}">
        <p14:creationId xmlns:p14="http://schemas.microsoft.com/office/powerpoint/2010/main" val="1303606642"/>
      </p:ext>
    </p:extLst>
  </p:cSld>
</p:sld>
</file>

<file path=ppt/slides/slide36.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37 / 59</a:t>
            </a:r>
          </a:p>
        </p:txBody>
      </p:sp>
      <p:sp>
        <p:nvSpPr>
          <p:cNvPr id="8" name="Workflow label">
            <a:extLst xmlns:a="http://schemas.openxmlformats.org/drawingml/2006/main">
              <a:ext uri="{FF2B5EF4-FFF2-40B4-BE49-F238E27FC236}">
                <a16:creationId xmlns:a16="http://schemas.microsoft.com/office/drawing/2014/main" id="{ED153F33-9A7E-41F7-8FFC-1ACAB1367E12}"/>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xmlns:a="http://schemas.openxmlformats.org/drawingml/2006/main">
              <a:ext uri="{FF2B5EF4-FFF2-40B4-BE49-F238E27FC236}">
                <a16:creationId xmlns:a16="http://schemas.microsoft.com/office/drawing/2014/main" id="{5697345C-5F78-4298-B0D4-D896A5209769}"/>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xmlns:a="http://schemas.openxmlformats.org/drawingml/2006/main">
              <a:ext uri="{FF2B5EF4-FFF2-40B4-BE49-F238E27FC236}">
                <a16:creationId xmlns:a16="http://schemas.microsoft.com/office/drawing/2014/main" id="{F672B1F2-5CC7-4E18-B91E-F7360F5BAC86}"/>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xmlns:a="http://schemas.openxmlformats.org/drawingml/2006/main">
              <a:ext uri="{FF2B5EF4-FFF2-40B4-BE49-F238E27FC236}">
                <a16:creationId xmlns:a16="http://schemas.microsoft.com/office/drawing/2014/main" id="{10A0EF2D-09E0-489F-AA11-7C3354987C95}"/>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supplied anchored lines (use this in 5.2.0-rc.6)  ·  Route B: CPI calculation (planned)</a:t>
            </a:r>
          </a:p>
        </p:txBody>
      </p:sp>
    </p:spTree>
    <p:extLst>
      <p:ext uri="{BB962C8B-B14F-4D97-AF65-F5344CB8AC3E}">
        <p14:creationId xmlns:p14="http://schemas.microsoft.com/office/powerpoint/2010/main" val="278665961"/>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38 / 59</a:t>
            </a:r>
          </a:p>
        </p:txBody>
      </p:sp>
      <p:sp>
        <p:nvSpPr>
          <p:cNvPr id="8" name="Section">
            <a:extLst xmlns:a="http://schemas.openxmlformats.org/drawingml/2006/main">
              <a:ext uri="{FF2B5EF4-FFF2-40B4-BE49-F238E27FC236}">
                <a16:creationId xmlns:a16="http://schemas.microsoft.com/office/drawing/2014/main" id="{B3612B8F-0680-4F75-8D5C-479FE625CE35}"/>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xmlns:a="http://schemas.openxmlformats.org/drawingml/2006/main">
              <a:ext uri="{FF2B5EF4-FFF2-40B4-BE49-F238E27FC236}">
                <a16:creationId xmlns:a16="http://schemas.microsoft.com/office/drawing/2014/main" id="{C483FFA0-1E95-41BB-8B7C-4E278C24BA9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xmlns:a="http://schemas.openxmlformats.org/drawingml/2006/main">
              <a:ext uri="{FF2B5EF4-FFF2-40B4-BE49-F238E27FC236}">
                <a16:creationId xmlns:a16="http://schemas.microsoft.com/office/drawing/2014/main" id="{0CDA35E1-C2A1-4481-B7E7-620C7295B204}"/>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xmlns:a="http://schemas.openxmlformats.org/drawingml/2006/main">
              <a:ext uri="{FF2B5EF4-FFF2-40B4-BE49-F238E27FC236}">
                <a16:creationId xmlns:a16="http://schemas.microsoft.com/office/drawing/2014/main" id="{404C8E15-EF47-4247-A20A-53042584E9F9}"/>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xmlns:a="http://schemas.openxmlformats.org/drawingml/2006/main">
              <a:ext uri="{FF2B5EF4-FFF2-40B4-BE49-F238E27FC236}">
                <a16:creationId xmlns:a16="http://schemas.microsoft.com/office/drawing/2014/main" id="{B5DADDC1-ABEC-4839-99DB-02E7E0188F7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Add the anchored line for each record as a column in the survey file; choose it in Step 3 (Column in data).</a:t>
            </a:r>
          </a:p>
        </p:txBody>
      </p:sp>
      <p:sp>
        <p:nvSpPr>
          <p:cNvPr id="13" name="Label 1">
            <a:extLst xmlns:a="http://schemas.openxmlformats.org/drawingml/2006/main">
              <a:ext uri="{FF2B5EF4-FFF2-40B4-BE49-F238E27FC236}">
                <a16:creationId xmlns:a16="http://schemas.microsoft.com/office/drawing/2014/main" id="{0D15E8C0-08C3-45E6-B581-FAFA5F09AE8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planned</a:t>
            </a:r>
          </a:p>
        </p:txBody>
      </p:sp>
      <p:sp>
        <p:nvSpPr>
          <p:cNvPr id="14" name="Body 1">
            <a:extLst xmlns:a="http://schemas.openxmlformats.org/drawingml/2006/main">
              <a:ext uri="{FF2B5EF4-FFF2-40B4-BE49-F238E27FC236}">
                <a16:creationId xmlns:a16="http://schemas.microsoft.com/office/drawing/2014/main" id="{1FA7E9CC-A63A-4321-A338-B9A165122B85}"/>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Not in 5.2.0-rc.6. You would supply the anchor year, its line and CPI values; the app would calculate the lines.</a:t>
            </a:r>
          </a:p>
        </p:txBody>
      </p:sp>
      <p:sp>
        <p:nvSpPr>
          <p:cNvPr id="15" name="Label 2">
            <a:extLst xmlns:a="http://schemas.openxmlformats.org/drawingml/2006/main">
              <a:ext uri="{FF2B5EF4-FFF2-40B4-BE49-F238E27FC236}">
                <a16:creationId xmlns:a16="http://schemas.microsoft.com/office/drawing/2014/main" id="{446D51EE-A7B7-4C97-8EAF-E70E5B522585}"/>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xmlns:a="http://schemas.openxmlformats.org/drawingml/2006/main">
              <a:ext uri="{FF2B5EF4-FFF2-40B4-BE49-F238E27FC236}">
                <a16:creationId xmlns:a16="http://schemas.microsoft.com/office/drawing/2014/main" id="{C7F663A8-7440-4777-88CC-C29835FCD014}"/>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anchor year fixes the poverty standard; the CPI reference year only scales the index (e.g., 2015 = 100). See Years and prices.</a:t>
            </a:r>
          </a:p>
        </p:txBody>
      </p:sp>
      <p:sp>
        <p:nvSpPr>
          <p:cNvPr id="17" name="Key point">
            <a:extLst xmlns:a="http://schemas.openxmlformats.org/drawingml/2006/main">
              <a:ext uri="{FF2B5EF4-FFF2-40B4-BE49-F238E27FC236}">
                <a16:creationId xmlns:a16="http://schemas.microsoft.com/office/drawing/2014/main" id="{42021ECB-39CD-4F1F-90E0-5B14B1ACDC20}"/>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39 / 59</a:t>
            </a:r>
          </a:p>
        </p:txBody>
      </p:sp>
      <p:sp>
        <p:nvSpPr>
          <p:cNvPr id="8" name="Section">
            <a:extLst xmlns:a="http://schemas.openxmlformats.org/drawingml/2006/main">
              <a:ext uri="{FF2B5EF4-FFF2-40B4-BE49-F238E27FC236}">
                <a16:creationId xmlns:a16="http://schemas.microsoft.com/office/drawing/2014/main" id="{841F3780-A7CF-4899-94A7-6C5827127B6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4E170AFE-8162-4F52-925A-6BC7E32A772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in the survey file</a:t>
            </a:r>
          </a:p>
        </p:txBody>
      </p:sp>
      <p:sp>
        <p:nvSpPr>
          <p:cNvPr id="10" name="Subtitle">
            <a:extLst xmlns:a="http://schemas.openxmlformats.org/drawingml/2006/main">
              <a:ext uri="{FF2B5EF4-FFF2-40B4-BE49-F238E27FC236}">
                <a16:creationId xmlns:a16="http://schemas.microsoft.com/office/drawing/2014/main" id="{C48102ED-5486-49F1-A50F-B86B043B54AE}"/>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3" name="Table 21"/>
          <p:cNvGraphicFramePr/>
          <p:nvPr/>
        </p:nvGraphicFramePr>
        <p:xfrm>
          <a:off xmlns:a="http://schemas.openxmlformats.org/drawingml/2006/main" x="504825" y="1885950"/>
          <a:ext xmlns:a="http://schemas.openxmlformats.org/drawingml/2006/main" cx="8134350" cy="2038350"/>
        </p:xfrm>
        <a:graphic xmlns:a="http://schemas.openxmlformats.org/drawingml/2006/main">
          <a:graphicData uri="http://schemas.openxmlformats.org/drawingml/2006/table">
            <a:tbl>
              <a:tblPr/>
              <a:tblGrid>
                <a:gridCol w="2095500"/>
                <a:gridCol w="2857500"/>
                <a:gridCol w="3181350"/>
              </a:tblGrid>
              <a:tr h="509588">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CPI (2021 = 100)</a:t>
                      </a:r>
                    </a:p>
                  </a:txBody>
                  <a:tcPr marL="91440" marR="91440" marT="45720" marB="45720">
                    <a:solidFill>
                      <a:srgbClr val="15284F"/>
                    </a:solidFill>
                  </a:tcPr>
                </a:tc>
                <a:tc>
                  <a:txBody>
                    <a:bodyPr/>
                    <a:lstStyle/>
                    <a:p>
                      <a:r>
                        <a:rPr sz="1425" b="1">
                          <a:solidFill>
                            <a:srgbClr val="FFFFFF"/>
                          </a:solidFill>
                          <a:latin typeface="Calibri"/>
                          <a:ea typeface="Calibri"/>
                          <a:cs typeface="Calibri"/>
                        </a:rPr>
                        <a:t>Anchored line</a:t>
                      </a:r>
                    </a:p>
                  </a:txBody>
                  <a:tcPr marL="91440" marR="91440" marT="45720" marB="45720">
                    <a:solidFill>
                      <a:srgbClr val="15284F"/>
                    </a:solidFill>
                  </a:tcPr>
                </a:tc>
              </a:tr>
              <a:tr h="509588">
                <a:tc>
                  <a:txBody>
                    <a:bodyPr/>
                    <a:lstStyle/>
                    <a:p>
                      <a:r>
                        <a:rPr sz="1425" b="0">
                          <a:solidFill>
                            <a:srgbClr val="43578A"/>
                          </a:solidFill>
                          <a:latin typeface="Calibri"/>
                          <a:ea typeface="Calibri"/>
                          <a:cs typeface="Calibri"/>
                        </a:rPr>
                        <a:t>2021</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a:t>
                      </a:r>
                    </a:p>
                  </a:txBody>
                  <a:tcPr marL="91440" marR="91440" marT="45720" marB="45720">
                    <a:solidFill>
                      <a:srgbClr val="FFFFFF"/>
                    </a:solidFill>
                  </a:tcPr>
                </a:tc>
              </a:tr>
              <a:tr h="509588">
                <a:tc>
                  <a:txBody>
                    <a:bodyPr/>
                    <a:lstStyle/>
                    <a:p>
                      <a:r>
                        <a:rPr sz="1425" b="0">
                          <a:solidFill>
                            <a:srgbClr val="43578A"/>
                          </a:solidFill>
                          <a:latin typeface="Calibri"/>
                          <a:ea typeface="Calibri"/>
                          <a:cs typeface="Calibri"/>
                        </a:rPr>
                        <a:t>2022</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10,400</a:t>
                      </a:r>
                    </a:p>
                  </a:txBody>
                  <a:tcPr marL="91440" marR="91440" marT="45720" marB="45720">
                    <a:solidFill>
                      <a:srgbClr val="F3F6FC"/>
                    </a:solidFill>
                  </a:tcPr>
                </a:tc>
              </a:tr>
              <a:tr h="509588">
                <a:tc>
                  <a:txBody>
                    <a:bodyPr/>
                    <a:lstStyle/>
                    <a:p>
                      <a:r>
                        <a:rPr sz="1425" b="0">
                          <a:solidFill>
                            <a:srgbClr val="43578A"/>
                          </a:solidFill>
                          <a:latin typeface="Calibri"/>
                          <a:ea typeface="Calibri"/>
                          <a:cs typeface="Calibri"/>
                        </a:rPr>
                        <a:t>2023</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c>
                  <a:txBody>
                    <a:bodyPr/>
                    <a:lstStyle/>
                    <a:p>
                      <a:r>
                        <a:rPr sz="1425" b="0">
                          <a:solidFill>
                            <a:srgbClr val="43578A"/>
                          </a:solidFill>
                          <a:latin typeface="Calibri"/>
                          <a:ea typeface="Calibri"/>
                          <a:cs typeface="Calibri"/>
                        </a:rPr>
                        <a:t>10,608</a:t>
                      </a:r>
                    </a:p>
                  </a:txBody>
                  <a:tcPr marL="91440" marR="91440" marT="45720" marB="45720">
                    <a:solidFill>
                      <a:srgbClr val="FFFFFF"/>
                    </a:solidFill>
                  </a:tcPr>
                </a:tc>
              </a:tr>
            </a:tbl>
          </a:graphicData>
        </a:graphic>
      </p:graphicFrame>
      <p:sp>
        <p:nvSpPr>
          <p:cNvPr id="12" name="Key point">
            <a:extLst xmlns:a="http://schemas.openxmlformats.org/drawingml/2006/main">
              <a:ext uri="{FF2B5EF4-FFF2-40B4-BE49-F238E27FC236}">
                <a16:creationId xmlns:a16="http://schemas.microsoft.com/office/drawing/2014/main" id="{71750652-8CFB-4935-AEEE-5DC97BBB6A3E}"/>
              </a:ext>
            </a:extLst>
          </p:cNvPr>
          <p:cNvSpPr>
            <a:spLocks xmlns:a="http://schemas.openxmlformats.org/drawingml/2006/main" noGrp="1"/>
          </p:cNvSpPr>
          <p:nvPr/>
        </p:nvSpPr>
        <p:spPr>
          <a:xfrm xmlns:a="http://schemas.openxmlformats.org/drawingml/2006/main">
            <a:off x="504825" y="407670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xmlns:a="http://schemas.openxmlformats.org/drawingml/2006/main">
              <a:ext uri="{FF2B5EF4-FFF2-40B4-BE49-F238E27FC236}">
                <a16:creationId xmlns:a16="http://schemas.microsoft.com/office/drawing/2014/main" id="{1F2B5D93-0B0B-4F38-8D2D-32D384214BEE}"/>
              </a:ext>
            </a:extLst>
          </p:cNvPr>
          <p:cNvSpPr>
            <a:spLocks xmlns:a="http://schemas.openxmlformats.org/drawingml/2006/main" noGrp="1"/>
          </p:cNvSpPr>
          <p:nvPr/>
        </p:nvSpPr>
        <p:spPr>
          <a:xfrm xmlns:a="http://schemas.openxmlformats.org/drawingml/2006/main">
            <a:off x="504825" y="43434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Attach each record’s income-year line: with previous-year incomes, 2023 survey records get the 2022 line (10,400).</a:t>
            </a:r>
          </a:p>
        </p:txBody>
      </p:sp>
    </p:spTree>
    <p:extLst>
      <p:ext uri="{BB962C8B-B14F-4D97-AF65-F5344CB8AC3E}">
        <p14:creationId xmlns:p14="http://schemas.microsoft.com/office/powerpoint/2010/main" val="130360664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40 / 59</a:t>
            </a:r>
          </a:p>
        </p:txBody>
      </p:sp>
      <p:sp>
        <p:nvSpPr>
          <p:cNvPr id="8" name="Section">
            <a:extLst xmlns:a="http://schemas.openxmlformats.org/drawingml/2006/main">
              <a:ext uri="{FF2B5EF4-FFF2-40B4-BE49-F238E27FC236}">
                <a16:creationId xmlns:a16="http://schemas.microsoft.com/office/drawing/2014/main" id="{46C99EB9-733F-4248-B2DE-444D8DC293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xmlns:a="http://schemas.openxmlformats.org/drawingml/2006/main">
              <a:ext uri="{FF2B5EF4-FFF2-40B4-BE49-F238E27FC236}">
                <a16:creationId xmlns:a16="http://schemas.microsoft.com/office/drawing/2014/main" id="{C92A8FEC-8831-4D9B-B637-D499225C63CE}"/>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xmlns:a="http://schemas.openxmlformats.org/drawingml/2006/main">
              <a:ext uri="{FF2B5EF4-FFF2-40B4-BE49-F238E27FC236}">
                <a16:creationId xmlns:a16="http://schemas.microsoft.com/office/drawing/2014/main" id="{E0C946B9-DFD8-4518-BB5C-E042819706B1}"/>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xmlns:a="http://schemas.openxmlformats.org/drawingml/2006/main">
              <a:ext uri="{FF2B5EF4-FFF2-40B4-BE49-F238E27FC236}">
                <a16:creationId xmlns:a16="http://schemas.microsoft.com/office/drawing/2014/main" id="{38004AFC-0AF1-4794-9273-135F9424B71E}"/>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xmlns:a="http://schemas.openxmlformats.org/drawingml/2006/main">
              <a:ext uri="{FF2B5EF4-FFF2-40B4-BE49-F238E27FC236}">
                <a16:creationId xmlns:a16="http://schemas.microsoft.com/office/drawing/2014/main" id="{295EFD29-4415-4B61-9E9E-F166896B0C97}"/>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Add the anchored-line column to the survey file. Each record carries the line for its income reference year.</a:t>
            </a:r>
          </a:p>
        </p:txBody>
      </p:sp>
      <p:sp>
        <p:nvSpPr>
          <p:cNvPr id="13" name="Label 1">
            <a:extLst xmlns:a="http://schemas.openxmlformats.org/drawingml/2006/main">
              <a:ext uri="{FF2B5EF4-FFF2-40B4-BE49-F238E27FC236}">
                <a16:creationId xmlns:a16="http://schemas.microsoft.com/office/drawing/2014/main" id="{AE4C4657-F4DC-4397-822B-B1CFA3ADDD25}"/>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xmlns:a="http://schemas.openxmlformats.org/drawingml/2006/main">
              <a:ext uri="{FF2B5EF4-FFF2-40B4-BE49-F238E27FC236}">
                <a16:creationId xmlns:a16="http://schemas.microsoft.com/office/drawing/2014/main" id="{0C2AE2C9-D810-475D-A659-27F2460E07AE}"/>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and FGT(0). Poverty line source: Column in data, then the anchored-line column. No CPI conversion is needed.</a:t>
            </a:r>
          </a:p>
        </p:txBody>
      </p:sp>
      <p:sp>
        <p:nvSpPr>
          <p:cNvPr id="15" name="Label 2">
            <a:extLst xmlns:a="http://schemas.openxmlformats.org/drawingml/2006/main">
              <a:ext uri="{FF2B5EF4-FFF2-40B4-BE49-F238E27FC236}">
                <a16:creationId xmlns:a16="http://schemas.microsoft.com/office/drawing/2014/main" id="{0568BB89-2437-450E-9707-15AB4D5E7D63}"/>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xmlns:a="http://schemas.openxmlformats.org/drawingml/2006/main">
              <a:ext uri="{FF2B5EF4-FFF2-40B4-BE49-F238E27FC236}">
                <a16:creationId xmlns:a16="http://schemas.microsoft.com/office/drawing/2014/main" id="{67B5A6CC-296F-49D0-828E-0FE97C3CAF1E}"/>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xmlns:a="http://schemas.openxmlformats.org/drawingml/2006/main">
              <a:ext uri="{FF2B5EF4-FFF2-40B4-BE49-F238E27FC236}">
                <a16:creationId xmlns:a16="http://schemas.microsoft.com/office/drawing/2014/main" id="{CED23638-3852-40F8-8353-6B24A3ABECA2}"/>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spTree>
    <p:extLst>
      <p:ext uri="{BB962C8B-B14F-4D97-AF65-F5344CB8AC3E}">
        <p14:creationId xmlns:p14="http://schemas.microsoft.com/office/powerpoint/2010/main" val="13036066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41 / 59</a:t>
            </a:r>
          </a:p>
        </p:txBody>
      </p:sp>
      <p:sp>
        <p:nvSpPr>
          <p:cNvPr id="8" name="Section">
            <a:extLst xmlns:a="http://schemas.openxmlformats.org/drawingml/2006/main">
              <a:ext uri="{FF2B5EF4-FFF2-40B4-BE49-F238E27FC236}">
                <a16:creationId xmlns:a16="http://schemas.microsoft.com/office/drawing/2014/main" id="{BC90A9F9-16FC-4FD3-BEC0-8C34370E4FB9}"/>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xmlns:a="http://schemas.openxmlformats.org/drawingml/2006/main">
              <a:ext uri="{FF2B5EF4-FFF2-40B4-BE49-F238E27FC236}">
                <a16:creationId xmlns:a16="http://schemas.microsoft.com/office/drawing/2014/main" id="{1D297D5A-920F-4B6B-98BD-8E9A5E96D79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wizard inputs for the CPI route</a:t>
            </a:r>
          </a:p>
        </p:txBody>
      </p:sp>
      <p:sp>
        <p:nvSpPr>
          <p:cNvPr id="10" name="Subtitle">
            <a:extLst xmlns:a="http://schemas.openxmlformats.org/drawingml/2006/main">
              <a:ext uri="{FF2B5EF4-FFF2-40B4-BE49-F238E27FC236}">
                <a16:creationId xmlns:a16="http://schemas.microsoft.com/office/drawing/2014/main" id="{733AF26A-90D4-40C8-B82C-87D7FDBCB11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xmlns:a="http://schemas.openxmlformats.org/drawingml/2006/main">
              <a:ext uri="{FF2B5EF4-FFF2-40B4-BE49-F238E27FC236}">
                <a16:creationId xmlns:a16="http://schemas.microsoft.com/office/drawing/2014/main" id="{10BF73C2-AC3C-44C5-A9FA-ED0F04EE9D72}"/>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Label 0">
            <a:extLst xmlns:a="http://schemas.openxmlformats.org/drawingml/2006/main">
              <a:ext uri="{FF2B5EF4-FFF2-40B4-BE49-F238E27FC236}">
                <a16:creationId xmlns:a16="http://schemas.microsoft.com/office/drawing/2014/main" id="{74D10437-16E5-4E3C-A6AC-B56C9653203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Data</a:t>
            </a:r>
          </a:p>
        </p:txBody>
      </p:sp>
      <p:sp>
        <p:nvSpPr>
          <p:cNvPr id="13" name="Body 0">
            <a:extLst xmlns:a="http://schemas.openxmlformats.org/drawingml/2006/main">
              <a:ext uri="{FF2B5EF4-FFF2-40B4-BE49-F238E27FC236}">
                <a16:creationId xmlns:a16="http://schemas.microsoft.com/office/drawing/2014/main" id="{2E111C4C-F5F4-4DD4-9DE9-2A2B07133FC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Survey with current-price welfare; CPI typed by year or read from a CPI file, as for mean welfare today.</a:t>
            </a:r>
          </a:p>
        </p:txBody>
      </p:sp>
      <p:sp>
        <p:nvSpPr>
          <p:cNvPr id="14" name="Label 1">
            <a:extLst xmlns:a="http://schemas.openxmlformats.org/drawingml/2006/main">
              <a:ext uri="{FF2B5EF4-FFF2-40B4-BE49-F238E27FC236}">
                <a16:creationId xmlns:a16="http://schemas.microsoft.com/office/drawing/2014/main" id="{B2B7B364-5BE5-4DFE-A44E-E28E300DF3E8}"/>
              </a:ext>
            </a:extLst>
          </p:cNvPr>
          <p:cNvSpPr>
            <a:spLocks xmlns:a="http://schemas.openxmlformats.org/drawingml/2006/main" noGrp="1"/>
          </p:cNvSpPr>
          <p:nvPr/>
        </p:nvSpPr>
        <p:spPr>
          <a:xfrm xmlns:a="http://schemas.openxmlformats.org/drawingml/2006/main">
            <a:off x="504825" y="269557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Line</a:t>
            </a:r>
          </a:p>
        </p:txBody>
      </p:sp>
      <p:sp>
        <p:nvSpPr>
          <p:cNvPr id="15" name="Body 1">
            <a:extLst xmlns:a="http://schemas.openxmlformats.org/drawingml/2006/main">
              <a:ext uri="{FF2B5EF4-FFF2-40B4-BE49-F238E27FC236}">
                <a16:creationId xmlns:a16="http://schemas.microsoft.com/office/drawing/2014/main" id="{526913B4-89A8-4AE5-95CB-B90AC75EA09E}"/>
              </a:ext>
            </a:extLst>
          </p:cNvPr>
          <p:cNvSpPr>
            <a:spLocks xmlns:a="http://schemas.openxmlformats.org/drawingml/2006/main" noGrp="1"/>
          </p:cNvSpPr>
          <p:nvPr/>
        </p:nvSpPr>
        <p:spPr>
          <a:xfrm xmlns:a="http://schemas.openxmlformats.org/drawingml/2006/main">
            <a:off x="2400300" y="269557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xmlns:a="http://schemas.openxmlformats.org/drawingml/2006/main">
              <a:ext uri="{FF2B5EF4-FFF2-40B4-BE49-F238E27FC236}">
                <a16:creationId xmlns:a16="http://schemas.microsoft.com/office/drawing/2014/main" id="{BB99CE25-FAC9-4452-B46D-5F95828853E9}"/>
              </a:ext>
            </a:extLst>
          </p:cNvPr>
          <p:cNvSpPr>
            <a:spLocks xmlns:a="http://schemas.openxmlformats.org/drawingml/2006/main" noGrp="1"/>
          </p:cNvSpPr>
          <p:nvPr/>
        </p:nvSpPr>
        <p:spPr>
          <a:xfrm xmlns:a="http://schemas.openxmlformats.org/drawingml/2006/main">
            <a:off x="504825" y="34671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CPI</a:t>
            </a:r>
          </a:p>
        </p:txBody>
      </p:sp>
      <p:sp>
        <p:nvSpPr>
          <p:cNvPr id="17" name="Body 2">
            <a:extLst xmlns:a="http://schemas.openxmlformats.org/drawingml/2006/main">
              <a:ext uri="{FF2B5EF4-FFF2-40B4-BE49-F238E27FC236}">
                <a16:creationId xmlns:a16="http://schemas.microsoft.com/office/drawing/2014/main" id="{86B9E826-7384-42F9-800C-4659D4124BE9}"/>
              </a:ext>
            </a:extLst>
          </p:cNvPr>
          <p:cNvSpPr>
            <a:spLocks xmlns:a="http://schemas.openxmlformats.org/drawingml/2006/main" noGrp="1"/>
          </p:cNvSpPr>
          <p:nvPr/>
        </p:nvSpPr>
        <p:spPr>
          <a:xfrm xmlns:a="http://schemas.openxmlformats.org/drawingml/2006/main">
            <a:off x="2400300" y="34671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a:t>
            </a:r>
            <a:r>
              <a:rPr sz="1425" b="1">
                <a:solidFill>
                  <a:srgbClr val="43578A"/>
                </a:solidFill>
                <a:latin typeface="Calibri"/>
                <a:ea typeface="Calibri"/>
                <a:cs typeface="Calibri"/>
              </a:rPr>
              <a:t>Incomes refer to</a:t>
            </a:r>
            <a:r>
              <a:rPr sz="1425" b="0">
                <a:solidFill>
                  <a:srgbClr val="43578A"/>
                </a:solidFill>
                <a:latin typeface="Calibri"/>
                <a:ea typeface="Calibri"/>
                <a:cs typeface="Calibri"/>
              </a:rPr>
              <a:t> and </a:t>
            </a:r>
            <a:r>
              <a:rPr sz="1425" b="1">
                <a:solidFill>
                  <a:srgbClr val="43578A"/>
                </a:solidFill>
                <a:latin typeface="Calibri"/>
                <a:ea typeface="Calibri"/>
                <a:cs typeface="Calibri"/>
              </a:rPr>
              <a:t>How the CPI is organised</a:t>
            </a:r>
            <a:r>
              <a:rPr sz="1425" b="0">
                <a:solidFill>
                  <a:srgbClr val="43578A"/>
                </a:solidFill>
                <a:latin typeface="Calibri"/>
                <a:ea typeface="Calibri"/>
                <a:cs typeface="Calibri"/>
              </a:rPr>
              <a:t> (the formats used for mean welfare). Review the derived line for each analysis year.</a:t>
            </a:r>
          </a:p>
        </p:txBody>
      </p:sp>
    </p:spTree>
    <p:extLst>
      <p:ext uri="{BB962C8B-B14F-4D97-AF65-F5344CB8AC3E}">
        <p14:creationId xmlns:p14="http://schemas.microsoft.com/office/powerpoint/2010/main" val="1303606642"/>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42 / 59</a:t>
            </a:r>
          </a:p>
        </p:txBody>
      </p:sp>
      <p:sp>
        <p:nvSpPr>
          <p:cNvPr id="8" name="Section">
            <a:extLst xmlns:a="http://schemas.openxmlformats.org/drawingml/2006/main">
              <a:ext uri="{FF2B5EF4-FFF2-40B4-BE49-F238E27FC236}">
                <a16:creationId xmlns:a16="http://schemas.microsoft.com/office/drawing/2014/main" id="{9DB6FF36-A369-45A4-A765-E120C9012E1D}"/>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xmlns:a="http://schemas.openxmlformats.org/drawingml/2006/main">
              <a:ext uri="{FF2B5EF4-FFF2-40B4-BE49-F238E27FC236}">
                <a16:creationId xmlns:a16="http://schemas.microsoft.com/office/drawing/2014/main" id="{01A4EDA2-C0C8-45F1-A610-EC01F6ECFBE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anchored-line calculation</a:t>
            </a:r>
          </a:p>
        </p:txBody>
      </p:sp>
      <p:sp>
        <p:nvSpPr>
          <p:cNvPr id="10" name="Subtitle">
            <a:extLst xmlns:a="http://schemas.openxmlformats.org/drawingml/2006/main">
              <a:ext uri="{FF2B5EF4-FFF2-40B4-BE49-F238E27FC236}">
                <a16:creationId xmlns:a16="http://schemas.microsoft.com/office/drawing/2014/main" id="{4823A447-6072-47DF-8E20-2214DE78DF2D}"/>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xmlns:a="http://schemas.openxmlformats.org/drawingml/2006/main">
              <a:ext uri="{FF2B5EF4-FFF2-40B4-BE49-F238E27FC236}">
                <a16:creationId xmlns:a16="http://schemas.microsoft.com/office/drawing/2014/main" id="{834C3163-C574-453F-BBCA-113771A494B0}"/>
              </a:ext>
            </a:extLst>
          </p:cNvPr>
          <p:cNvSpPr>
            <a:spLocks xmlns:a="http://schemas.openxmlformats.org/drawingml/2006/main" noGrp="1"/>
          </p:cNvSpPr>
          <p:nvPr/>
        </p:nvSpPr>
        <p:spPr>
          <a:xfrm xmlns:a="http://schemas.openxmlformats.org/drawingml/2006/main">
            <a:off x="504825" y="4419600"/>
            <a:ext cx="8134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Formula">
            <a:extLst xmlns:a="http://schemas.openxmlformats.org/drawingml/2006/main">
              <a:ext uri="{FF2B5EF4-FFF2-40B4-BE49-F238E27FC236}">
                <a16:creationId xmlns:a16="http://schemas.microsoft.com/office/drawing/2014/main" id="{49794F9C-B598-433F-9D8C-A5C0EDE8F342}"/>
              </a:ext>
            </a:extLst>
          </p:cNvPr>
          <p:cNvSpPr>
            <a:spLocks xmlns:a="http://schemas.openxmlformats.org/drawingml/2006/main" noGrp="1"/>
          </p:cNvSpPr>
          <p:nvPr/>
        </p:nvSpPr>
        <p:spPr>
          <a:xfrm xmlns:a="http://schemas.openxmlformats.org/drawingml/2006/main">
            <a:off x="504825" y="1971675"/>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6" name="Table 24"/>
          <p:cNvGraphicFramePr/>
          <p:nvPr/>
        </p:nvGraphicFramePr>
        <p:xfrm>
          <a:off xmlns:a="http://schemas.openxmlformats.org/drawingml/2006/main" x="504825" y="2552700"/>
          <a:ext xmlns:a="http://schemas.openxmlformats.org/drawingml/2006/main" cx="8134350" cy="1485900"/>
        </p:xfrm>
        <a:graphic xmlns:a="http://schemas.openxmlformats.org/drawingml/2006/main">
          <a:graphicData uri="http://schemas.openxmlformats.org/drawingml/2006/table">
            <a:tbl>
              <a:tblPr/>
              <a:tblGrid>
                <a:gridCol w="1905000"/>
                <a:gridCol w="3181350"/>
                <a:gridCol w="3048000"/>
              </a:tblGrid>
              <a:tr h="495300">
                <a:tc>
                  <a:txBody>
                    <a:bodyPr/>
                    <a:lstStyle/>
                    <a:p>
                      <a:r>
                        <a:rPr sz="1425" b="1">
                          <a:solidFill>
                            <a:srgbClr val="FFFFFF"/>
                          </a:solidFill>
                          <a:latin typeface="Calibri"/>
                          <a:ea typeface="Calibri"/>
                          <a:cs typeface="Calibri"/>
                        </a:rPr>
                        <a:t>Income year</a:t>
                      </a:r>
                    </a:p>
                  </a:txBody>
                  <a:tcPr marL="91440" marR="91440" marT="45720" marB="45720">
                    <a:solidFill>
                      <a:srgbClr val="15284F"/>
                    </a:solidFill>
                  </a:tcPr>
                </a:tc>
                <a:tc>
                  <a:txBody>
                    <a:bodyPr/>
                    <a:lstStyle/>
                    <a:p>
                      <a:r>
                        <a:rPr sz="1425" b="1">
                          <a:solidFill>
                            <a:srgbClr val="FFFFFF"/>
                          </a:solidFill>
                          <a:latin typeface="Calibri"/>
                          <a:ea typeface="Calibri"/>
                          <a:cs typeface="Calibri"/>
                        </a:rPr>
                        <a:t>Calculation</a:t>
                      </a:r>
                    </a:p>
                  </a:txBody>
                  <a:tcPr marL="91440" marR="91440" marT="45720" marB="45720">
                    <a:solidFill>
                      <a:srgbClr val="15284F"/>
                    </a:solidFill>
                  </a:tcPr>
                </a:tc>
                <a:tc>
                  <a:txBody>
                    <a:bodyPr/>
                    <a:lstStyle/>
                    <a:p>
                      <a:r>
                        <a:rPr sz="1425" b="1">
                          <a:solidFill>
                            <a:srgbClr val="FFFFFF"/>
                          </a:solidFill>
                          <a:latin typeface="Calibri"/>
                          <a:ea typeface="Calibri"/>
                          <a:cs typeface="Calibri"/>
                        </a:rPr>
                        <a:t>Line in current prices</a:t>
                      </a:r>
                    </a:p>
                  </a:txBody>
                  <a:tcPr marL="91440" marR="91440" marT="45720" marB="45720">
                    <a:solidFill>
                      <a:srgbClr val="15284F"/>
                    </a:solidFill>
                  </a:tcPr>
                </a:tc>
              </a:tr>
              <a:tr h="495300">
                <a:tc>
                  <a:txBody>
                    <a:bodyPr/>
                    <a:lstStyle/>
                    <a:p>
                      <a:r>
                        <a:rPr sz="1425" b="0">
                          <a:solidFill>
                            <a:srgbClr val="43578A"/>
                          </a:solidFill>
                          <a:latin typeface="Calibri"/>
                          <a:ea typeface="Calibri"/>
                          <a:cs typeface="Calibri"/>
                        </a:rPr>
                        <a:t>2022</a:t>
                      </a:r>
                    </a:p>
                  </a:txBody>
                  <a:tcPr marL="91440" marR="91440" marT="45720" marB="45720">
                    <a:solidFill>
                      <a:srgbClr val="FFFFFF"/>
                    </a:solidFill>
                  </a:tcPr>
                </a:tc>
                <a:tc>
                  <a:txBody>
                    <a:bodyPr/>
                    <a:lstStyle/>
                    <a:p>
                      <a:r>
                        <a:rPr sz="1425" b="0">
                          <a:solidFill>
                            <a:srgbClr val="43578A"/>
                          </a:solidFill>
                          <a:latin typeface="Calibri"/>
                          <a:ea typeface="Calibri"/>
                          <a:cs typeface="Calibri"/>
                        </a:rPr>
                        <a:t>10,000 × 104 / 100</a:t>
                      </a:r>
                    </a:p>
                  </a:txBody>
                  <a:tcPr marL="91440" marR="91440" marT="45720" marB="45720">
                    <a:solidFill>
                      <a:srgbClr val="FFFFFF"/>
                    </a:solidFill>
                  </a:tcPr>
                </a:tc>
                <a:tc>
                  <a:txBody>
                    <a:bodyPr/>
                    <a:lstStyle/>
                    <a:p>
                      <a:r>
                        <a:rPr sz="1425" b="0">
                          <a:solidFill>
                            <a:srgbClr val="43578A"/>
                          </a:solidFill>
                          <a:latin typeface="Calibri"/>
                          <a:ea typeface="Calibri"/>
                          <a:cs typeface="Calibri"/>
                        </a:rPr>
                        <a:t>10,400</a:t>
                      </a:r>
                    </a:p>
                  </a:txBody>
                  <a:tcPr marL="91440" marR="91440" marT="45720" marB="45720">
                    <a:solidFill>
                      <a:srgbClr val="FFFFFF"/>
                    </a:solidFill>
                  </a:tcPr>
                </a:tc>
              </a:tr>
              <a:tr h="495300">
                <a:tc>
                  <a:txBody>
                    <a:bodyPr/>
                    <a:lstStyle/>
                    <a:p>
                      <a:r>
                        <a:rPr sz="1425" b="0">
                          <a:solidFill>
                            <a:srgbClr val="43578A"/>
                          </a:solidFill>
                          <a:latin typeface="Calibri"/>
                          <a:ea typeface="Calibri"/>
                          <a:cs typeface="Calibri"/>
                        </a:rPr>
                        <a:t>2023</a:t>
                      </a:r>
                    </a:p>
                  </a:txBody>
                  <a:tcPr marL="91440" marR="91440" marT="45720" marB="45720">
                    <a:solidFill>
                      <a:srgbClr val="F3F6FC"/>
                    </a:solidFill>
                  </a:tcPr>
                </a:tc>
                <a:tc>
                  <a:txBody>
                    <a:bodyPr/>
                    <a:lstStyle/>
                    <a:p>
                      <a:r>
                        <a:rPr sz="1425" b="0">
                          <a:solidFill>
                            <a:srgbClr val="43578A"/>
                          </a:solidFill>
                          <a:latin typeface="Calibri"/>
                          <a:ea typeface="Calibri"/>
                          <a:cs typeface="Calibri"/>
                        </a:rPr>
                        <a:t>10,000 × 106.08 / 100</a:t>
                      </a:r>
                    </a:p>
                  </a:txBody>
                  <a:tcPr marL="91440" marR="91440" marT="45720" marB="45720">
                    <a:solidFill>
                      <a:srgbClr val="F3F6FC"/>
                    </a:solidFill>
                  </a:tcPr>
                </a:tc>
                <a:tc>
                  <a:txBody>
                    <a:bodyPr/>
                    <a:lstStyle/>
                    <a:p>
                      <a:r>
                        <a:rPr sz="1425" b="0">
                          <a:solidFill>
                            <a:srgbClr val="43578A"/>
                          </a:solidFill>
                          <a:latin typeface="Calibri"/>
                          <a:ea typeface="Calibri"/>
                          <a:cs typeface="Calibri"/>
                        </a:rPr>
                        <a:t>10,608</a:t>
                      </a:r>
                    </a:p>
                  </a:txBody>
                  <a:tcPr marL="91440" marR="91440" marT="45720" marB="45720">
                    <a:solidFill>
                      <a:srgbClr val="F3F6FC"/>
                    </a:solidFill>
                  </a:tcPr>
                </a:tc>
              </a:tr>
            </a:tbl>
          </a:graphicData>
        </a:graphic>
      </p:graphicFrame>
      <p:sp>
        <p:nvSpPr>
          <p:cNvPr id="14" name="Interpretation">
            <a:extLst xmlns:a="http://schemas.openxmlformats.org/drawingml/2006/main">
              <a:ext uri="{FF2B5EF4-FFF2-40B4-BE49-F238E27FC236}">
                <a16:creationId xmlns:a16="http://schemas.microsoft.com/office/drawing/2014/main" id="{75C6EE31-6A0F-4593-9AB2-B6B8530F863B}"/>
              </a:ext>
            </a:extLst>
          </p:cNvPr>
          <p:cNvSpPr>
            <a:spLocks xmlns:a="http://schemas.openxmlformats.org/drawingml/2006/main" noGrp="1"/>
          </p:cNvSpPr>
          <p:nvPr/>
        </p:nvSpPr>
        <p:spPr>
          <a:xfrm xmlns:a="http://schemas.openxmlformats.org/drawingml/2006/main">
            <a:off x="504825" y="4114800"/>
            <a:ext cx="813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2023 uses the 2022 line; survey 2024 the 2023 line.</a:t>
            </a:r>
          </a:p>
        </p:txBody>
      </p:sp>
    </p:spTree>
    <p:extLst>
      <p:ext uri="{BB962C8B-B14F-4D97-AF65-F5344CB8AC3E}">
        <p14:creationId xmlns:p14="http://schemas.microsoft.com/office/powerpoint/2010/main" val="1303606642"/>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43 / 59</a:t>
            </a:r>
          </a:p>
        </p:txBody>
      </p:sp>
      <p:sp>
        <p:nvSpPr>
          <p:cNvPr id="8" name="Section">
            <a:extLst xmlns:a="http://schemas.openxmlformats.org/drawingml/2006/main">
              <a:ext uri="{FF2B5EF4-FFF2-40B4-BE49-F238E27FC236}">
                <a16:creationId xmlns:a16="http://schemas.microsoft.com/office/drawing/2014/main" id="{F18AF2BD-034E-4850-AA64-1EF8283C071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xmlns:a="http://schemas.openxmlformats.org/drawingml/2006/main">
              <a:ext uri="{FF2B5EF4-FFF2-40B4-BE49-F238E27FC236}">
                <a16:creationId xmlns:a16="http://schemas.microsoft.com/office/drawing/2014/main" id="{FB3F87C7-2EBB-463A-8D06-25536EEE3959}"/>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xmlns:a="http://schemas.openxmlformats.org/drawingml/2006/main">
              <a:ext uri="{FF2B5EF4-FFF2-40B4-BE49-F238E27FC236}">
                <a16:creationId xmlns:a16="http://schemas.microsoft.com/office/drawing/2014/main" id="{85A52B4D-057C-47E9-975F-0A0D3EAEA19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Route A today. Route B, once available, should give the same results with the same lines.</a:t>
            </a:r>
          </a:p>
        </p:txBody>
      </p:sp>
      <p:sp>
        <p:nvSpPr>
          <p:cNvPr id="11" name="Label 0">
            <a:extLst xmlns:a="http://schemas.openxmlformats.org/drawingml/2006/main">
              <a:ext uri="{FF2B5EF4-FFF2-40B4-BE49-F238E27FC236}">
                <a16:creationId xmlns:a16="http://schemas.microsoft.com/office/drawing/2014/main" id="{8F698C50-C0F7-4F59-9AA4-7AD5E45FB5A0}"/>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xmlns:a="http://schemas.openxmlformats.org/drawingml/2006/main">
              <a:ext uri="{FF2B5EF4-FFF2-40B4-BE49-F238E27FC236}">
                <a16:creationId xmlns:a16="http://schemas.microsoft.com/office/drawing/2014/main" id="{19A7B493-97C7-43A7-ADEB-82147E2E00F5}"/>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(Planned Route B would show the calculated lines first.)</a:t>
            </a:r>
          </a:p>
        </p:txBody>
      </p:sp>
      <p:sp>
        <p:nvSpPr>
          <p:cNvPr id="13" name="Label 1">
            <a:extLst xmlns:a="http://schemas.openxmlformats.org/drawingml/2006/main">
              <a:ext uri="{FF2B5EF4-FFF2-40B4-BE49-F238E27FC236}">
                <a16:creationId xmlns:a16="http://schemas.microsoft.com/office/drawing/2014/main" id="{E3114DD8-0F2C-4857-BFB1-54963B18B1DA}"/>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xmlns:a="http://schemas.openxmlformats.org/drawingml/2006/main">
              <a:ext uri="{FF2B5EF4-FFF2-40B4-BE49-F238E27FC236}">
                <a16:creationId xmlns:a16="http://schemas.microsoft.com/office/drawing/2014/main" id="{BBAC75E0-1072-4B51-868B-D71AD26A4CDD}"/>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xmlns:a="http://schemas.openxmlformats.org/drawingml/2006/main">
              <a:ext uri="{FF2B5EF4-FFF2-40B4-BE49-F238E27FC236}">
                <a16:creationId xmlns:a16="http://schemas.microsoft.com/office/drawing/2014/main" id="{47968F03-B847-452A-912D-B83F14DF186F}"/>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xmlns:a="http://schemas.openxmlformats.org/drawingml/2006/main">
              <a:ext uri="{FF2B5EF4-FFF2-40B4-BE49-F238E27FC236}">
                <a16:creationId xmlns:a16="http://schemas.microsoft.com/office/drawing/2014/main" id="{3106EBD5-D1AE-4267-96B6-CEC37002DA93}"/>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xmlns:a="http://schemas.openxmlformats.org/drawingml/2006/main">
              <a:ext uri="{FF2B5EF4-FFF2-40B4-BE49-F238E27FC236}">
                <a16:creationId xmlns:a16="http://schemas.microsoft.com/office/drawing/2014/main" id="{999A4826-8D78-486E-BAAB-67D275E978E6}"/>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sld>
</file>

<file path=ppt/slides/slide44.xml><?xml version="1.0" encoding="utf-8"?>
<p:sld xmlns:p="http://schemas.openxmlformats.org/presentationml/2006/main">
  <p:cSld>
    <p:bg>
      <p:bgPr>
        <a:solidFill xmlns:a="http://schemas.openxmlformats.org/drawingml/2006/main">
          <a:srgbClr val="0F1E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CADCFC"/>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44 / 59</a:t>
            </a:r>
          </a:p>
        </p:txBody>
      </p:sp>
      <p:sp>
        <p:nvSpPr>
          <p:cNvPr id="8" name="Workflow label">
            <a:extLst xmlns:a="http://schemas.openxmlformats.org/drawingml/2006/main">
              <a:ext uri="{FF2B5EF4-FFF2-40B4-BE49-F238E27FC236}">
                <a16:creationId xmlns:a16="http://schemas.microsoft.com/office/drawing/2014/main" id="{879DE52E-46C2-476E-B161-AD1FF1B9F9FC}"/>
              </a:ext>
            </a:extLst>
          </p:cNvPr>
          <p:cNvSpPr>
            <a:spLocks xmlns:a="http://schemas.openxmlformats.org/drawingml/2006/main" noGrp="1"/>
          </p:cNvSpPr>
          <p:nvPr/>
        </p:nvSpPr>
        <p:spPr>
          <a:xfrm xmlns:a="http://schemas.openxmlformats.org/drawingml/2006/main">
            <a:off x="504825" y="1019175"/>
            <a:ext cx="813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xmlns:a="http://schemas.openxmlformats.org/drawingml/2006/main">
              <a:ext uri="{FF2B5EF4-FFF2-40B4-BE49-F238E27FC236}">
                <a16:creationId xmlns:a16="http://schemas.microsoft.com/office/drawing/2014/main" id="{7F32D305-24F4-45F1-A496-B35AC3198127}"/>
              </a:ext>
            </a:extLst>
          </p:cNvPr>
          <p:cNvSpPr>
            <a:spLocks xmlns:a="http://schemas.openxmlformats.org/drawingml/2006/main" noGrp="1"/>
          </p:cNvSpPr>
          <p:nvPr/>
        </p:nvSpPr>
        <p:spPr>
          <a:xfrm xmlns:a="http://schemas.openxmlformats.org/drawingml/2006/main">
            <a:off x="504825" y="1628775"/>
            <a:ext cx="8134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xmlns:a="http://schemas.openxmlformats.org/drawingml/2006/main">
              <a:ext uri="{FF2B5EF4-FFF2-40B4-BE49-F238E27FC236}">
                <a16:creationId xmlns:a16="http://schemas.microsoft.com/office/drawing/2014/main" id="{AF3A2A53-5C61-48BC-9A60-53319711A6CB}"/>
              </a:ext>
            </a:extLst>
          </p:cNvPr>
          <p:cNvSpPr>
            <a:spLocks xmlns:a="http://schemas.openxmlformats.org/drawingml/2006/main" noGrp="1"/>
          </p:cNvSpPr>
          <p:nvPr/>
        </p:nvSpPr>
        <p:spPr>
          <a:xfrm xmlns:a="http://schemas.openxmlformats.org/drawingml/2006/main">
            <a:off x="504825" y="2971800"/>
            <a:ext cx="7762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xmlns:a="http://schemas.openxmlformats.org/drawingml/2006/main">
              <a:ext uri="{FF2B5EF4-FFF2-40B4-BE49-F238E27FC236}">
                <a16:creationId xmlns:a16="http://schemas.microsoft.com/office/drawing/2014/main" id="{DCA92419-0DC8-4711-82F3-56E272A6E1D2}"/>
              </a:ext>
            </a:extLst>
          </p:cNvPr>
          <p:cNvSpPr>
            <a:spLocks xmlns:a="http://schemas.openxmlformats.org/drawingml/2006/main" noGrp="1"/>
          </p:cNvSpPr>
          <p:nvPr/>
        </p:nvSpPr>
        <p:spPr>
          <a:xfrm xmlns:a="http://schemas.openxmlformats.org/drawingml/2006/main">
            <a:off x="504825" y="3914775"/>
            <a:ext cx="7762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45 / 59</a:t>
            </a:r>
          </a:p>
        </p:txBody>
      </p:sp>
      <p:sp>
        <p:nvSpPr>
          <p:cNvPr id="8" name="Section">
            <a:extLst xmlns:a="http://schemas.openxmlformats.org/drawingml/2006/main">
              <a:ext uri="{FF2B5EF4-FFF2-40B4-BE49-F238E27FC236}">
                <a16:creationId xmlns:a16="http://schemas.microsoft.com/office/drawing/2014/main" id="{0BEB82C7-B67A-4E62-8A90-0D359B5CA6E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xmlns:a="http://schemas.openxmlformats.org/drawingml/2006/main">
              <a:ext uri="{FF2B5EF4-FFF2-40B4-BE49-F238E27FC236}">
                <a16:creationId xmlns:a16="http://schemas.microsoft.com/office/drawing/2014/main" id="{D1DC0459-C8EA-4420-BAA3-56E9512EA18F}"/>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xmlns:a="http://schemas.openxmlformats.org/drawingml/2006/main">
              <a:ext uri="{FF2B5EF4-FFF2-40B4-BE49-F238E27FC236}">
                <a16:creationId xmlns:a16="http://schemas.microsoft.com/office/drawing/2014/main" id="{D997D2AA-3271-4CE2-977E-5F7CC4C12AA2}"/>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xmlns:a="http://schemas.openxmlformats.org/drawingml/2006/main">
              <a:ext uri="{FF2B5EF4-FFF2-40B4-BE49-F238E27FC236}">
                <a16:creationId xmlns:a16="http://schemas.microsoft.com/office/drawing/2014/main" id="{83D44BDB-F126-43B7-84A5-B0280BABE648}"/>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xmlns:a="http://schemas.openxmlformats.org/drawingml/2006/main">
              <a:ext uri="{FF2B5EF4-FFF2-40B4-BE49-F238E27FC236}">
                <a16:creationId xmlns:a16="http://schemas.microsoft.com/office/drawing/2014/main" id="{47F0D356-41A8-4735-AA34-8FA0CC7D9D88}"/>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xmlns:a="http://schemas.openxmlformats.org/drawingml/2006/main">
              <a:ext uri="{FF2B5EF4-FFF2-40B4-BE49-F238E27FC236}">
                <a16:creationId xmlns:a16="http://schemas.microsoft.com/office/drawing/2014/main" id="{39EA2106-1FEF-4E24-9787-CFE9157DCC37}"/>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xmlns:a="http://schemas.openxmlformats.org/drawingml/2006/main">
              <a:ext uri="{FF2B5EF4-FFF2-40B4-BE49-F238E27FC236}">
                <a16:creationId xmlns:a16="http://schemas.microsoft.com/office/drawing/2014/main" id="{37927269-D380-4F09-B6FC-8094C330ADC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xmlns:a="http://schemas.openxmlformats.org/drawingml/2006/main">
              <a:ext uri="{FF2B5EF4-FFF2-40B4-BE49-F238E27FC236}">
                <a16:creationId xmlns:a16="http://schemas.microsoft.com/office/drawing/2014/main" id="{D1153B3A-6A13-420E-AA41-214BF4039AB0}"/>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xmlns:a="http://schemas.openxmlformats.org/drawingml/2006/main">
              <a:ext uri="{FF2B5EF4-FFF2-40B4-BE49-F238E27FC236}">
                <a16:creationId xmlns:a16="http://schemas.microsoft.com/office/drawing/2014/main" id="{8E89B4A7-F2ED-48D6-8F10-9AC1106BC035}"/>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xmlns:a="http://schemas.openxmlformats.org/drawingml/2006/main">
              <a:ext uri="{FF2B5EF4-FFF2-40B4-BE49-F238E27FC236}">
                <a16:creationId xmlns:a16="http://schemas.microsoft.com/office/drawing/2014/main" id="{B1CC3AF0-EF84-4AF8-8A31-2CF44B81ADA3}"/>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46 / 59</a:t>
            </a:r>
          </a:p>
        </p:txBody>
      </p:sp>
      <p:sp>
        <p:nvSpPr>
          <p:cNvPr id="8" name="Section">
            <a:extLst xmlns:a="http://schemas.openxmlformats.org/drawingml/2006/main">
              <a:ext uri="{FF2B5EF4-FFF2-40B4-BE49-F238E27FC236}">
                <a16:creationId xmlns:a16="http://schemas.microsoft.com/office/drawing/2014/main" id="{6F6898F2-602E-4D19-B893-0254D4899A82}"/>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xmlns:a="http://schemas.openxmlformats.org/drawingml/2006/main">
              <a:ext uri="{FF2B5EF4-FFF2-40B4-BE49-F238E27FC236}">
                <a16:creationId xmlns:a16="http://schemas.microsoft.com/office/drawing/2014/main" id="{04ADE8B0-F001-43DA-9115-488805F3D34C}"/>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xmlns:a="http://schemas.openxmlformats.org/drawingml/2006/main">
              <a:ext uri="{FF2B5EF4-FFF2-40B4-BE49-F238E27FC236}">
                <a16:creationId xmlns:a16="http://schemas.microsoft.com/office/drawing/2014/main" id="{47D16C44-DDC1-45D5-8653-876E3B5D5A58}"/>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xmlns:a="http://schemas.openxmlformats.org/drawingml/2006/main">
              <a:ext uri="{FF2B5EF4-FFF2-40B4-BE49-F238E27FC236}">
                <a16:creationId xmlns:a16="http://schemas.microsoft.com/office/drawing/2014/main" id="{88211CFE-D256-4705-AEE3-E8AC0CE66B74}"/>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xmlns:a="http://schemas.openxmlformats.org/drawingml/2006/main">
              <a:ext uri="{FF2B5EF4-FFF2-40B4-BE49-F238E27FC236}">
                <a16:creationId xmlns:a16="http://schemas.microsoft.com/office/drawing/2014/main" id="{695142FA-E4C7-4236-80A6-A3D231C1A41E}"/>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xmlns:a="http://schemas.openxmlformats.org/drawingml/2006/main">
              <a:ext uri="{FF2B5EF4-FFF2-40B4-BE49-F238E27FC236}">
                <a16:creationId xmlns:a16="http://schemas.microsoft.com/office/drawing/2014/main" id="{2456F383-8B10-4903-9506-704F8D9BDBC2}"/>
              </a:ext>
            </a:extLst>
          </p:cNvPr>
          <p:cNvSpPr>
            <a:spLocks xmlns:a="http://schemas.openxmlformats.org/drawingml/2006/main" noGrp="1"/>
          </p:cNvSpPr>
          <p:nvPr/>
        </p:nvSpPr>
        <p:spPr>
          <a:xfrm xmlns:a="http://schemas.openxmlformats.org/drawingml/2006/main">
            <a:off x="504825" y="27241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xmlns:a="http://schemas.openxmlformats.org/drawingml/2006/main">
              <a:ext uri="{FF2B5EF4-FFF2-40B4-BE49-F238E27FC236}">
                <a16:creationId xmlns:a16="http://schemas.microsoft.com/office/drawing/2014/main" id="{106DCF62-02BC-4900-BC83-D41A34F38D21}"/>
              </a:ext>
            </a:extLst>
          </p:cNvPr>
          <p:cNvSpPr>
            <a:spLocks xmlns:a="http://schemas.openxmlformats.org/drawingml/2006/main" noGrp="1"/>
          </p:cNvSpPr>
          <p:nvPr/>
        </p:nvSpPr>
        <p:spPr>
          <a:xfrm xmlns:a="http://schemas.openxmlformats.org/drawingml/2006/main">
            <a:off x="2400300" y="27241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xmlns:a="http://schemas.openxmlformats.org/drawingml/2006/main">
              <a:ext uri="{FF2B5EF4-FFF2-40B4-BE49-F238E27FC236}">
                <a16:creationId xmlns:a16="http://schemas.microsoft.com/office/drawing/2014/main" id="{7E6A5407-B0BC-47B3-AF01-90582479D93A}"/>
              </a:ext>
            </a:extLst>
          </p:cNvPr>
          <p:cNvSpPr>
            <a:spLocks xmlns:a="http://schemas.openxmlformats.org/drawingml/2006/main" noGrp="1"/>
          </p:cNvSpPr>
          <p:nvPr/>
        </p:nvSpPr>
        <p:spPr>
          <a:xfrm xmlns:a="http://schemas.openxmlformats.org/drawingml/2006/main">
            <a:off x="504825" y="35242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xmlns:a="http://schemas.openxmlformats.org/drawingml/2006/main">
              <a:ext uri="{FF2B5EF4-FFF2-40B4-BE49-F238E27FC236}">
                <a16:creationId xmlns:a16="http://schemas.microsoft.com/office/drawing/2014/main" id="{FFBA736E-B948-47D6-ADCA-258E85027071}"/>
              </a:ext>
            </a:extLst>
          </p:cNvPr>
          <p:cNvSpPr>
            <a:spLocks xmlns:a="http://schemas.openxmlformats.org/drawingml/2006/main" noGrp="1"/>
          </p:cNvSpPr>
          <p:nvPr/>
        </p:nvSpPr>
        <p:spPr>
          <a:xfrm xmlns:a="http://schemas.openxmlformats.org/drawingml/2006/main">
            <a:off x="2400300" y="35242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xmlns:a="http://schemas.openxmlformats.org/drawingml/2006/main">
              <a:ext uri="{FF2B5EF4-FFF2-40B4-BE49-F238E27FC236}">
                <a16:creationId xmlns:a16="http://schemas.microsoft.com/office/drawing/2014/main" id="{0ECC0C19-AF5E-49AC-B605-E609303F7F5B}"/>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47 / 59</a:t>
            </a:r>
          </a:p>
        </p:txBody>
      </p:sp>
      <p:sp>
        <p:nvSpPr>
          <p:cNvPr id="8" name="Section">
            <a:extLst xmlns:a="http://schemas.openxmlformats.org/drawingml/2006/main">
              <a:ext uri="{FF2B5EF4-FFF2-40B4-BE49-F238E27FC236}">
                <a16:creationId xmlns:a16="http://schemas.microsoft.com/office/drawing/2014/main" id="{C1AD98AB-B4A5-4587-B2CC-8788B90A1C2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2F14E3EA-DC61-4B45-BCEE-92CB6312F7E2}"/>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xmlns:a="http://schemas.openxmlformats.org/drawingml/2006/main">
              <a:ext uri="{FF2B5EF4-FFF2-40B4-BE49-F238E27FC236}">
                <a16:creationId xmlns:a16="http://schemas.microsoft.com/office/drawing/2014/main" id="{B8DEFF35-639E-4136-8225-FC735D5AF1D7}"/>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xmlns:a="http://schemas.openxmlformats.org/drawingml/2006/main">
              <a:ext uri="{FF2B5EF4-FFF2-40B4-BE49-F238E27FC236}">
                <a16:creationId xmlns:a16="http://schemas.microsoft.com/office/drawing/2014/main" id="{675ED097-F433-4CC2-90DF-BAFE9EA142BA}"/>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values</a:t>
            </a:r>
          </a:p>
        </p:txBody>
      </p:sp>
      <p:sp>
        <p:nvSpPr>
          <p:cNvPr id="12" name="Body 0">
            <a:extLst xmlns:a="http://schemas.openxmlformats.org/drawingml/2006/main">
              <a:ext uri="{FF2B5EF4-FFF2-40B4-BE49-F238E27FC236}">
                <a16:creationId xmlns:a16="http://schemas.microsoft.com/office/drawing/2014/main" id="{F82C891D-BA8C-435F-B630-8110949F410F}"/>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Type them by year in Step 3 (the default), or load a CPI file in Step 1. Map the current-price welfare as usual.</a:t>
            </a:r>
          </a:p>
        </p:txBody>
      </p:sp>
      <p:sp>
        <p:nvSpPr>
          <p:cNvPr id="13" name="Label 1">
            <a:extLst xmlns:a="http://schemas.openxmlformats.org/drawingml/2006/main">
              <a:ext uri="{FF2B5EF4-FFF2-40B4-BE49-F238E27FC236}">
                <a16:creationId xmlns:a16="http://schemas.microsoft.com/office/drawing/2014/main" id="{A36CB5AF-69B7-4DB0-9B4F-07F65FA33821}"/>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Prices</a:t>
            </a:r>
          </a:p>
        </p:txBody>
      </p:sp>
      <p:sp>
        <p:nvSpPr>
          <p:cNvPr id="14" name="Body 1">
            <a:extLst xmlns:a="http://schemas.openxmlformats.org/drawingml/2006/main">
              <a:ext uri="{FF2B5EF4-FFF2-40B4-BE49-F238E27FC236}">
                <a16:creationId xmlns:a16="http://schemas.microsoft.com/office/drawing/2014/main" id="{F1619FF2-FEDB-46AF-884A-DE785CE84808}"/>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then </a:t>
            </a:r>
            <a:r>
              <a:rPr sz="1425" b="1">
                <a:solidFill>
                  <a:srgbClr val="43578A"/>
                </a:solidFill>
                <a:latin typeface="Calibri"/>
                <a:ea typeface="Calibri"/>
                <a:cs typeface="Calibri"/>
              </a:rPr>
              <a:t>current prices: convert with a price index</a:t>
            </a:r>
            <a:r>
              <a:rPr sz="1425" b="0">
                <a:solidFill>
                  <a:srgbClr val="43578A"/>
                </a:solidFill>
                <a:latin typeface="Calibri"/>
                <a:ea typeface="Calibri"/>
                <a:cs typeface="Calibri"/>
              </a:rPr>
              <a:t>. Under </a:t>
            </a:r>
            <a:r>
              <a:rPr sz="1425" b="1">
                <a:solidFill>
                  <a:srgbClr val="43578A"/>
                </a:solidFill>
                <a:latin typeface="Calibri"/>
                <a:ea typeface="Calibri"/>
                <a:cs typeface="Calibri"/>
              </a:rPr>
              <a:t>Price index values</a:t>
            </a:r>
            <a:r>
              <a:rPr sz="1425" b="0">
                <a:solidFill>
                  <a:srgbClr val="43578A"/>
                </a:solidFill>
                <a:latin typeface="Calibri"/>
                <a:ea typeface="Calibri"/>
                <a:cs typeface="Calibri"/>
              </a:rPr>
              <a:t>, type them or read them from the CPI file.</a:t>
            </a:r>
          </a:p>
        </p:txBody>
      </p:sp>
      <p:sp>
        <p:nvSpPr>
          <p:cNvPr id="15" name="Label 2">
            <a:extLst xmlns:a="http://schemas.openxmlformats.org/drawingml/2006/main">
              <a:ext uri="{FF2B5EF4-FFF2-40B4-BE49-F238E27FC236}">
                <a16:creationId xmlns:a16="http://schemas.microsoft.com/office/drawing/2014/main" id="{5B7CDD44-D186-45EB-8AC1-BD48D4236434}"/>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Years</a:t>
            </a:r>
          </a:p>
        </p:txBody>
      </p:sp>
      <p:sp>
        <p:nvSpPr>
          <p:cNvPr id="16" name="Body 2">
            <a:extLst xmlns:a="http://schemas.openxmlformats.org/drawingml/2006/main">
              <a:ext uri="{FF2B5EF4-FFF2-40B4-BE49-F238E27FC236}">
                <a16:creationId xmlns:a16="http://schemas.microsoft.com/office/drawing/2014/main" id="{BA41B37B-EFC5-41F2-9653-EA4B5956F8CD}"/>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a:t>
            </a:r>
            <a:r>
              <a:rPr sz="1425" b="1">
                <a:solidFill>
                  <a:srgbClr val="43578A"/>
                </a:solidFill>
                <a:latin typeface="Calibri"/>
                <a:ea typeface="Calibri"/>
                <a:cs typeface="Calibri"/>
              </a:rPr>
              <a:t>Incomes refer to</a:t>
            </a:r>
            <a:r>
              <a:rPr sz="1425" b="0">
                <a:solidFill>
                  <a:srgbClr val="43578A"/>
                </a:solidFill>
                <a:latin typeface="Calibri"/>
                <a:ea typeface="Calibri"/>
                <a:cs typeface="Calibri"/>
              </a:rPr>
              <a:t>, </a:t>
            </a:r>
            <a:r>
              <a:rPr sz="1425" b="1">
                <a:solidFill>
                  <a:srgbClr val="43578A"/>
                </a:solidFill>
                <a:latin typeface="Calibri"/>
                <a:ea typeface="Calibri"/>
                <a:cs typeface="Calibri"/>
              </a:rPr>
              <a:t>How the CPI is organised</a:t>
            </a:r>
            <a:r>
              <a:rPr sz="1425" b="0">
                <a:solidFill>
                  <a:srgbClr val="43578A"/>
                </a:solidFill>
                <a:latin typeface="Calibri"/>
                <a:ea typeface="Calibri"/>
                <a:cs typeface="Calibri"/>
              </a:rPr>
              <a:t> and </a:t>
            </a:r>
            <a:r>
              <a:rPr sz="1425" b="1">
                <a:solidFill>
                  <a:srgbClr val="43578A"/>
                </a:solidFill>
                <a:latin typeface="Calibri"/>
                <a:ea typeface="Calibri"/>
                <a:cs typeface="Calibri"/>
              </a:rPr>
              <a:t>Price base year</a:t>
            </a:r>
            <a:r>
              <a:rPr sz="1425" b="0">
                <a:solidFill>
                  <a:srgbClr val="43578A"/>
                </a:solidFill>
                <a:latin typeface="Calibri"/>
                <a:ea typeface="Calibri"/>
                <a:cs typeface="Calibri"/>
              </a:rPr>
              <a:t>. Then fill the CPI years the app asks for.</a:t>
            </a:r>
          </a:p>
        </p:txBody>
      </p:sp>
      <p:sp>
        <p:nvSpPr>
          <p:cNvPr id="17" name="Key point">
            <a:extLst xmlns:a="http://schemas.openxmlformats.org/drawingml/2006/main">
              <a:ext uri="{FF2B5EF4-FFF2-40B4-BE49-F238E27FC236}">
                <a16:creationId xmlns:a16="http://schemas.microsoft.com/office/drawing/2014/main" id="{44C463AA-F0B8-4AE3-A055-2BA0B3AA10FD}"/>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spTree>
    <p:extLst>
      <p:ext uri="{BB962C8B-B14F-4D97-AF65-F5344CB8AC3E}">
        <p14:creationId xmlns:p14="http://schemas.microsoft.com/office/powerpoint/2010/main" val="1303606642"/>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48 / 59</a:t>
            </a:r>
          </a:p>
        </p:txBody>
      </p:sp>
      <p:sp>
        <p:nvSpPr>
          <p:cNvPr id="8" name="Section">
            <a:extLst xmlns:a="http://schemas.openxmlformats.org/drawingml/2006/main">
              <a:ext uri="{FF2B5EF4-FFF2-40B4-BE49-F238E27FC236}">
                <a16:creationId xmlns:a16="http://schemas.microsoft.com/office/drawing/2014/main" id="{07CFC4D5-3CBB-48B9-9056-AA13B8CFF5A7}"/>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3385B64D-BC21-404F-8224-35A08197059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xmlns:a="http://schemas.openxmlformats.org/drawingml/2006/main">
              <a:ext uri="{FF2B5EF4-FFF2-40B4-BE49-F238E27FC236}">
                <a16:creationId xmlns:a16="http://schemas.microsoft.com/office/drawing/2014/main" id="{9A3C80AB-A2C3-4E38-9FA7-D7FDEC78C31B}"/>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p:cNvGraphicFramePr/>
          <p:nvPr/>
        </p:nvGraphicFramePr>
        <p:xfrm>
          <a:off xmlns:a="http://schemas.openxmlformats.org/drawingml/2006/main" x="504825" y="1876425"/>
          <a:ext xmlns:a="http://schemas.openxmlformats.org/drawingml/2006/main" cx="8134350" cy="1924050"/>
        </p:xfrm>
        <a:graphic xmlns:a="http://schemas.openxmlformats.org/drawingml/2006/main">
          <a:graphicData uri="http://schemas.openxmlformats.org/drawingml/2006/table">
            <a:tbl>
              <a:tblPr/>
              <a:tblGrid>
                <a:gridCol w="4476750"/>
                <a:gridCol w="1219200"/>
                <a:gridCol w="1219200"/>
                <a:gridCol w="1219200"/>
              </a:tblGrid>
              <a:tr h="481013">
                <a:tc>
                  <a:txBody>
                    <a:bodyPr/>
                    <a:lstStyle/>
                    <a:p>
                      <a:r>
                        <a:rPr sz="1350" b="1">
                          <a:solidFill>
                            <a:srgbClr val="FFFFFF"/>
                          </a:solidFill>
                          <a:latin typeface="Calibri"/>
                          <a:ea typeface="Calibri"/>
                          <a:cs typeface="Calibri"/>
                        </a:rPr>
                        <a:t>How the CPI is organised (format key, not file layout)</a:t>
                      </a:r>
                    </a:p>
                  </a:txBody>
                  <a:tcPr marL="91440" marR="91440" marT="45720" marB="45720">
                    <a:solidFill>
                      <a:srgbClr val="15284F"/>
                    </a:solidFill>
                  </a:tcPr>
                </a:tc>
                <a:tc>
                  <a:txBody>
                    <a:bodyPr/>
                    <a:lstStyle/>
                    <a:p>
                      <a:r>
                        <a:rPr sz="1350" b="1">
                          <a:solidFill>
                            <a:srgbClr val="FFFFFF"/>
                          </a:solidFill>
                          <a:latin typeface="Calibri"/>
                          <a:ea typeface="Calibri"/>
                          <a:cs typeface="Calibri"/>
                        </a:rPr>
                        <a:t>2021</a:t>
                      </a:r>
                    </a:p>
                  </a:txBody>
                  <a:tcPr marL="91440" marR="91440" marT="45720" marB="45720">
                    <a:solidFill>
                      <a:srgbClr val="15284F"/>
                    </a:solidFill>
                  </a:tcPr>
                </a:tc>
                <a:tc>
                  <a:txBody>
                    <a:bodyPr/>
                    <a:lstStyle/>
                    <a:p>
                      <a:r>
                        <a:rPr sz="1350" b="1">
                          <a:solidFill>
                            <a:srgbClr val="FFFFFF"/>
                          </a:solidFill>
                          <a:latin typeface="Calibri"/>
                          <a:ea typeface="Calibri"/>
                          <a:cs typeface="Calibri"/>
                        </a:rPr>
                        <a:t>2022</a:t>
                      </a:r>
                    </a:p>
                  </a:txBody>
                  <a:tcPr marL="91440" marR="91440" marT="45720" marB="45720">
                    <a:solidFill>
                      <a:srgbClr val="15284F"/>
                    </a:solidFill>
                  </a:tcPr>
                </a:tc>
                <a:tc>
                  <a:txBody>
                    <a:bodyPr/>
                    <a:lstStyle/>
                    <a:p>
                      <a:r>
                        <a:rPr sz="1350" b="1">
                          <a:solidFill>
                            <a:srgbClr val="FFFFFF"/>
                          </a:solidFill>
                          <a:latin typeface="Calibri"/>
                          <a:ea typeface="Calibri"/>
                          <a:cs typeface="Calibri"/>
                        </a:rPr>
                        <a:t>2023</a:t>
                      </a:r>
                    </a:p>
                  </a:txBody>
                  <a:tcPr marL="91440" marR="91440" marT="45720" marB="45720">
                    <a:solidFill>
                      <a:srgbClr val="15284F"/>
                    </a:solidFill>
                  </a:tcPr>
                </a:tc>
              </a:tr>
              <a:tr h="481013">
                <a:tc>
                  <a:txBody>
                    <a:bodyPr/>
                    <a:lstStyle/>
                    <a:p>
                      <a:r>
                        <a:rPr sz="1350" b="0">
                          <a:solidFill>
                            <a:srgbClr val="43578A"/>
                          </a:solidFill>
                          <a:latin typeface="Calibri"/>
                          <a:ea typeface="Calibri"/>
                          <a:cs typeface="Calibri"/>
                        </a:rPr>
                        <a:t>Index, fixed reference year</a:t>
                      </a:r>
                    </a:p>
                  </a:txBody>
                  <a:tcPr marL="91440" marR="91440" marT="45720" marB="45720">
                    <a:solidFill>
                      <a:srgbClr val="FFFFFF"/>
                    </a:solidFill>
                  </a:tcPr>
                </a:tc>
                <a:tc>
                  <a:txBody>
                    <a:bodyPr/>
                    <a:lstStyle/>
                    <a:p>
                      <a:r>
                        <a:rPr sz="1350" b="0">
                          <a:solidFill>
                            <a:srgbClr val="43578A"/>
                          </a:solidFill>
                          <a:latin typeface="Calibri"/>
                          <a:ea typeface="Calibri"/>
                          <a:cs typeface="Calibri"/>
                        </a:rPr>
                        <a:t>100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a:t>
                      </a:r>
                    </a:p>
                  </a:txBody>
                  <a:tcPr marL="91440" marR="91440" marT="45720" marB="45720">
                    <a:solidFill>
                      <a:srgbClr val="FFFFFF"/>
                    </a:solidFill>
                  </a:tcPr>
                </a:tc>
                <a:tc>
                  <a:txBody>
                    <a:bodyPr/>
                    <a:lstStyle/>
                    <a:p>
                      <a:r>
                        <a:rPr sz="1350" b="0">
                          <a:solidFill>
                            <a:srgbClr val="43578A"/>
                          </a:solidFill>
                          <a:latin typeface="Calibri"/>
                          <a:ea typeface="Calibri"/>
                          <a:cs typeface="Calibri"/>
                        </a:rPr>
                        <a:t>106.08</a:t>
                      </a:r>
                    </a:p>
                  </a:txBody>
                  <a:tcPr marL="91440" marR="91440" marT="45720" marB="45720">
                    <a:solidFill>
                      <a:srgbClr val="FFFFFF"/>
                    </a:solidFill>
                  </a:tcPr>
                </a:tc>
              </a:tr>
              <a:tr h="481013">
                <a:tc>
                  <a:txBody>
                    <a:bodyPr/>
                    <a:lstStyle/>
                    <a:p>
                      <a:r>
                        <a:rPr sz="1350" b="0">
                          <a:solidFill>
                            <a:srgbClr val="43578A"/>
                          </a:solidFill>
                          <a:latin typeface="Calibri"/>
                          <a:ea typeface="Calibri"/>
                          <a:cs typeface="Calibri"/>
                        </a:rPr>
                        <a:t>Index, previous year = 100</a:t>
                      </a:r>
                    </a:p>
                  </a:txBody>
                  <a:tcPr marL="91440" marR="91440" marT="45720" marB="45720">
                    <a:solidFill>
                      <a:srgbClr val="F3F6FC"/>
                    </a:solidFill>
                  </a:tcPr>
                </a:tc>
                <a:tc>
                  <a:txBody>
                    <a:bodyPr/>
                    <a:lstStyle/>
                    <a:p>
                      <a:r>
                        <a:rPr sz="1350" b="0">
                          <a:solidFill>
                            <a:srgbClr val="43578A"/>
                          </a:solidFill>
                          <a:latin typeface="Calibri"/>
                          <a:ea typeface="Calibri"/>
                          <a:cs typeface="Calibri"/>
                        </a:rPr>
                        <a:t>—</a:t>
                      </a:r>
                    </a:p>
                  </a:txBody>
                  <a:tcPr marL="91440" marR="91440" marT="45720" marB="45720">
                    <a:solidFill>
                      <a:srgbClr val="F3F6FC"/>
                    </a:solidFill>
                  </a:tcPr>
                </a:tc>
                <a:tc>
                  <a:txBody>
                    <a:bodyPr/>
                    <a:lstStyle/>
                    <a:p>
                      <a:r>
                        <a:rPr sz="1350" b="0">
                          <a:solidFill>
                            <a:srgbClr val="43578A"/>
                          </a:solidFill>
                          <a:latin typeface="Calibri"/>
                          <a:ea typeface="Calibri"/>
                          <a:cs typeface="Calibri"/>
                        </a:rPr>
                        <a:t>104</a:t>
                      </a:r>
                    </a:p>
                  </a:txBody>
                  <a:tcPr marL="91440" marR="91440" marT="45720" marB="45720">
                    <a:solidFill>
                      <a:srgbClr val="F3F6FC"/>
                    </a:solidFill>
                  </a:tcPr>
                </a:tc>
                <a:tc>
                  <a:txBody>
                    <a:bodyPr/>
                    <a:lstStyle/>
                    <a:p>
                      <a:r>
                        <a:rPr sz="1350" b="0">
                          <a:solidFill>
                            <a:srgbClr val="43578A"/>
                          </a:solidFill>
                          <a:latin typeface="Calibri"/>
                          <a:ea typeface="Calibri"/>
                          <a:cs typeface="Calibri"/>
                        </a:rPr>
                        <a:t>102</a:t>
                      </a:r>
                    </a:p>
                  </a:txBody>
                  <a:tcPr marL="91440" marR="91440" marT="45720" marB="45720">
                    <a:solidFill>
                      <a:srgbClr val="F3F6FC"/>
                    </a:solidFill>
                  </a:tcPr>
                </a:tc>
              </a:tr>
              <a:tr h="481013">
                <a:tc>
                  <a:txBody>
                    <a:bodyPr/>
                    <a:lstStyle/>
                    <a:p>
                      <a:r>
                        <a:rPr sz="1350" b="0">
                          <a:solidFill>
                            <a:srgbClr val="43578A"/>
                          </a:solidFill>
                          <a:latin typeface="Calibri"/>
                          <a:ea typeface="Calibri"/>
                          <a:cs typeface="Calibri"/>
                        </a:rPr>
                        <a:t>Annual change in %</a:t>
                      </a:r>
                    </a:p>
                  </a:txBody>
                  <a:tcPr marL="91440" marR="91440" marT="45720" marB="45720">
                    <a:solidFill>
                      <a:srgbClr val="FFFFFF"/>
                    </a:solidFill>
                  </a:tcPr>
                </a:tc>
                <a:tc>
                  <a:txBody>
                    <a:bodyPr/>
                    <a:lstStyle/>
                    <a:p>
                      <a:r>
                        <a:rPr sz="1350" b="0">
                          <a:solidFill>
                            <a:srgbClr val="43578A"/>
                          </a:solidFill>
                          <a:latin typeface="Calibri"/>
                          <a:ea typeface="Calibri"/>
                          <a:cs typeface="Calibri"/>
                        </a:rPr>
                        <a:t>—</a:t>
                      </a:r>
                    </a:p>
                  </a:txBody>
                  <a:tcPr marL="91440" marR="91440" marT="45720" marB="45720">
                    <a:solidFill>
                      <a:srgbClr val="FFFFFF"/>
                    </a:solidFill>
                  </a:tcPr>
                </a:tc>
                <a:tc>
                  <a:txBody>
                    <a:bodyPr/>
                    <a:lstStyle/>
                    <a:p>
                      <a:r>
                        <a:rPr sz="1350" b="0">
                          <a:solidFill>
                            <a:srgbClr val="43578A"/>
                          </a:solidFill>
                          <a:latin typeface="Calibri"/>
                          <a:ea typeface="Calibri"/>
                          <a:cs typeface="Calibri"/>
                        </a:rPr>
                        <a:t>4</a:t>
                      </a:r>
                    </a:p>
                  </a:txBody>
                  <a:tcPr marL="91440" marR="91440" marT="45720" marB="45720">
                    <a:solidFill>
                      <a:srgbClr val="FFFFFF"/>
                    </a:solidFill>
                  </a:tcPr>
                </a:tc>
                <a:tc>
                  <a:txBody>
                    <a:bodyPr/>
                    <a:lstStyle/>
                    <a:p>
                      <a:r>
                        <a:rPr sz="1350" b="0">
                          <a:solidFill>
                            <a:srgbClr val="43578A"/>
                          </a:solidFill>
                          <a:latin typeface="Calibri"/>
                          <a:ea typeface="Calibri"/>
                          <a:cs typeface="Calibri"/>
                        </a:rPr>
                        <a:t>2</a:t>
                      </a:r>
                    </a:p>
                  </a:txBody>
                  <a:tcPr marL="91440" marR="91440" marT="45720" marB="45720">
                    <a:solidFill>
                      <a:srgbClr val="FFFFFF"/>
                    </a:solidFill>
                  </a:tcPr>
                </a:tc>
              </a:tr>
            </a:tbl>
          </a:graphicData>
        </a:graphic>
      </p:graphicFrame>
      <p:sp>
        <p:nvSpPr>
          <p:cNvPr id="12" name="Requirements">
            <a:extLst xmlns:a="http://schemas.openxmlformats.org/drawingml/2006/main">
              <a:ext uri="{FF2B5EF4-FFF2-40B4-BE49-F238E27FC236}">
                <a16:creationId xmlns:a16="http://schemas.microsoft.com/office/drawing/2014/main" id="{2BFE0C1B-9A37-4C78-94F1-F465BFF8AF19}"/>
              </a:ext>
            </a:extLst>
          </p:cNvPr>
          <p:cNvSpPr>
            <a:spLocks xmlns:a="http://schemas.openxmlformats.org/drawingml/2006/main" noGrp="1"/>
          </p:cNvSpPr>
          <p:nvPr/>
        </p:nvSpPr>
        <p:spPr>
          <a:xfrm xmlns:a="http://schemas.openxmlformats.org/drawingml/2006/main">
            <a:off x="504825" y="3952875"/>
            <a:ext cx="813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Fixed index: include the income years and price base year.</a:t>
            </a:r>
          </a:p>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Annual formats: include every intervening annual change. The app chains these values.</a:t>
            </a:r>
          </a:p>
        </p:txBody>
      </p:sp>
    </p:spTree>
    <p:extLst>
      <p:ext uri="{BB962C8B-B14F-4D97-AF65-F5344CB8AC3E}">
        <p14:creationId xmlns:p14="http://schemas.microsoft.com/office/powerpoint/2010/main" val="1303606642"/>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49 / 59</a:t>
            </a:r>
          </a:p>
        </p:txBody>
      </p:sp>
      <p:sp>
        <p:nvSpPr>
          <p:cNvPr id="8" name="Section">
            <a:extLst xmlns:a="http://schemas.openxmlformats.org/drawingml/2006/main">
              <a:ext uri="{FF2B5EF4-FFF2-40B4-BE49-F238E27FC236}">
                <a16:creationId xmlns:a16="http://schemas.microsoft.com/office/drawing/2014/main" id="{E6607D89-C907-4E0A-A404-69719F27A8CB}"/>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xmlns:a="http://schemas.openxmlformats.org/drawingml/2006/main">
              <a:ext uri="{FF2B5EF4-FFF2-40B4-BE49-F238E27FC236}">
                <a16:creationId xmlns:a16="http://schemas.microsoft.com/office/drawing/2014/main" id="{1C5F8F5E-BDC3-4561-93BA-396DE191B695}"/>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xmlns:a="http://schemas.openxmlformats.org/drawingml/2006/main">
              <a:ext uri="{FF2B5EF4-FFF2-40B4-BE49-F238E27FC236}">
                <a16:creationId xmlns:a16="http://schemas.microsoft.com/office/drawing/2014/main" id="{69F714EA-E139-4EE9-A9B5-A2531ECF1A10}"/>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Years 2023, 2024 · incomes refer to the year before · price base year 2021 · CPI 2021 = 100.</a:t>
            </a:r>
          </a:p>
        </p:txBody>
      </p:sp>
      <p:graphicFrame>
        <p:nvGraphicFramePr>
          <p:cNvPr id="23" name="Table 21"/>
          <p:cNvGraphicFramePr/>
          <p:nvPr/>
        </p:nvGraphicFramePr>
        <p:xfrm>
          <a:off xmlns:a="http://schemas.openxmlformats.org/drawingml/2006/main" x="504825" y="1885950"/>
          <a:ext xmlns:a="http://schemas.openxmlformats.org/drawingml/2006/main" cx="8134350" cy="1647825"/>
        </p:xfrm>
        <a:graphic xmlns:a="http://schemas.openxmlformats.org/drawingml/2006/main">
          <a:graphicData uri="http://schemas.openxmlformats.org/drawingml/2006/table">
            <a:tbl>
              <a:tblPr/>
              <a:tblGrid>
                <a:gridCol w="2381250"/>
                <a:gridCol w="1276350"/>
                <a:gridCol w="2000250"/>
                <a:gridCol w="2476500"/>
              </a:tblGrid>
              <a:tr h="549275">
                <a:tc>
                  <a:txBody>
                    <a:bodyPr/>
                    <a:lstStyle/>
                    <a:p>
                      <a:r>
                        <a:rPr sz="1350" b="1">
                          <a:solidFill>
                            <a:srgbClr val="FFFFFF"/>
                          </a:solidFill>
                          <a:latin typeface="Calibri"/>
                          <a:ea typeface="Calibri"/>
                          <a:cs typeface="Calibri"/>
                        </a:rPr>
                        <a:t>Survey / income year</a:t>
                      </a:r>
                    </a:p>
                  </a:txBody>
                  <a:tcPr marL="91440" marR="91440" marT="45720" marB="45720">
                    <a:solidFill>
                      <a:srgbClr val="15284F"/>
                    </a:solidFill>
                  </a:tcPr>
                </a:tc>
                <a:tc>
                  <a:txBody>
                    <a:bodyPr/>
                    <a:lstStyle/>
                    <a:p>
                      <a:r>
                        <a:rPr sz="1350" b="1">
                          <a:solidFill>
                            <a:srgbClr val="FFFFFF"/>
                          </a:solidFill>
                          <a:latin typeface="Calibri"/>
                          <a:ea typeface="Calibri"/>
                          <a:cs typeface="Calibri"/>
                        </a:rPr>
                        <a:t>CPI</a:t>
                      </a:r>
                    </a:p>
                  </a:txBody>
                  <a:tcPr marL="91440" marR="91440" marT="45720" marB="45720">
                    <a:solidFill>
                      <a:srgbClr val="15284F"/>
                    </a:solidFill>
                  </a:tcPr>
                </a:tc>
                <a:tc>
                  <a:txBody>
                    <a:bodyPr/>
                    <a:lstStyle/>
                    <a:p>
                      <a:r>
                        <a:rPr sz="1350" b="1">
                          <a:solidFill>
                            <a:srgbClr val="FFFFFF"/>
                          </a:solidFill>
                          <a:latin typeface="Calibri"/>
                          <a:ea typeface="Calibri"/>
                          <a:cs typeface="Calibri"/>
                        </a:rPr>
                        <a:t>Nominal mean</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 in 2021 prices</a:t>
                      </a:r>
                    </a:p>
                  </a:txBody>
                  <a:tcPr marL="91440" marR="91440" marT="45720" marB="45720">
                    <a:solidFill>
                      <a:srgbClr val="15284F"/>
                    </a:solidFill>
                  </a:tcPr>
                </a:tc>
              </a:tr>
              <a:tr h="549275">
                <a:tc>
                  <a:txBody>
                    <a:bodyPr/>
                    <a:lstStyle/>
                    <a:p>
                      <a:r>
                        <a:rPr sz="1350" b="0">
                          <a:solidFill>
                            <a:srgbClr val="43578A"/>
                          </a:solidFill>
                          <a:latin typeface="Calibri"/>
                          <a:ea typeface="Calibri"/>
                          <a:cs typeface="Calibri"/>
                        </a:rPr>
                        <a:t>2023 / 2022</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10,400</a:t>
                      </a:r>
                    </a:p>
                  </a:txBody>
                  <a:tcPr marL="91440" marR="91440" marT="45720" marB="45720">
                    <a:solidFill>
                      <a:srgbClr val="FFFFFF"/>
                    </a:solidFill>
                  </a:tcPr>
                </a:tc>
                <a:tc>
                  <a:txBody>
                    <a:bodyPr/>
                    <a:lstStyle/>
                    <a:p>
                      <a:r>
                        <a:rPr sz="1350" b="0">
                          <a:solidFill>
                            <a:srgbClr val="43578A"/>
                          </a:solidFill>
                          <a:latin typeface="Calibri"/>
                          <a:ea typeface="Calibri"/>
                          <a:cs typeface="Calibri"/>
                        </a:rPr>
                        <a:t>10,000.00</a:t>
                      </a:r>
                    </a:p>
                  </a:txBody>
                  <a:tcPr marL="91440" marR="91440" marT="45720" marB="45720">
                    <a:solidFill>
                      <a:srgbClr val="FFFFFF"/>
                    </a:solidFill>
                  </a:tcPr>
                </a:tc>
              </a:tr>
              <a:tr h="549275">
                <a:tc>
                  <a:txBody>
                    <a:bodyPr/>
                    <a:lstStyle/>
                    <a:p>
                      <a:r>
                        <a:rPr sz="1350" b="0">
                          <a:solidFill>
                            <a:srgbClr val="43578A"/>
                          </a:solidFill>
                          <a:latin typeface="Calibri"/>
                          <a:ea typeface="Calibri"/>
                          <a:cs typeface="Calibri"/>
                        </a:rPr>
                        <a:t>2024 / 2023</a:t>
                      </a:r>
                    </a:p>
                  </a:txBody>
                  <a:tcPr marL="91440" marR="91440" marT="45720" marB="45720">
                    <a:solidFill>
                      <a:srgbClr val="F3F6FC"/>
                    </a:solidFill>
                  </a:tcPr>
                </a:tc>
                <a:tc>
                  <a:txBody>
                    <a:bodyPr/>
                    <a:lstStyle/>
                    <a:p>
                      <a:r>
                        <a:rPr sz="1350" b="0">
                          <a:solidFill>
                            <a:srgbClr val="43578A"/>
                          </a:solidFill>
                          <a:latin typeface="Calibri"/>
                          <a:ea typeface="Calibri"/>
                          <a:cs typeface="Calibri"/>
                        </a:rPr>
                        <a:t>106.08</a:t>
                      </a:r>
                    </a:p>
                  </a:txBody>
                  <a:tcPr marL="91440" marR="91440" marT="45720" marB="45720">
                    <a:solidFill>
                      <a:srgbClr val="F3F6FC"/>
                    </a:solidFill>
                  </a:tcPr>
                </a:tc>
                <a:tc>
                  <a:txBody>
                    <a:bodyPr/>
                    <a:lstStyle/>
                    <a:p>
                      <a:r>
                        <a:rPr sz="1350" b="0">
                          <a:solidFill>
                            <a:srgbClr val="43578A"/>
                          </a:solidFill>
                          <a:latin typeface="Calibri"/>
                          <a:ea typeface="Calibri"/>
                          <a:cs typeface="Calibri"/>
                        </a:rPr>
                        <a:t>10,920</a:t>
                      </a:r>
                    </a:p>
                  </a:txBody>
                  <a:tcPr marL="91440" marR="91440" marT="45720" marB="45720">
                    <a:solidFill>
                      <a:srgbClr val="F3F6FC"/>
                    </a:solidFill>
                  </a:tcPr>
                </a:tc>
                <a:tc>
                  <a:txBody>
                    <a:bodyPr/>
                    <a:lstStyle/>
                    <a:p>
                      <a:r>
                        <a:rPr sz="1350" b="0">
                          <a:solidFill>
                            <a:srgbClr val="43578A"/>
                          </a:solidFill>
                          <a:latin typeface="Calibri"/>
                          <a:ea typeface="Calibri"/>
                          <a:cs typeface="Calibri"/>
                        </a:rPr>
                        <a:t>10,294.12</a:t>
                      </a:r>
                    </a:p>
                  </a:txBody>
                  <a:tcPr marL="91440" marR="91440" marT="45720" marB="45720">
                    <a:solidFill>
                      <a:srgbClr val="F3F6FC"/>
                    </a:solidFill>
                  </a:tcPr>
                </a:tc>
              </a:tr>
            </a:tbl>
          </a:graphicData>
        </a:graphic>
      </p:graphicFrame>
      <p:sp>
        <p:nvSpPr>
          <p:cNvPr id="12" name="Formula">
            <a:extLst xmlns:a="http://schemas.openxmlformats.org/drawingml/2006/main">
              <a:ext uri="{FF2B5EF4-FFF2-40B4-BE49-F238E27FC236}">
                <a16:creationId xmlns:a16="http://schemas.microsoft.com/office/drawing/2014/main" id="{73C85495-4EFD-494E-970A-04DBC00D645C}"/>
              </a:ext>
            </a:extLst>
          </p:cNvPr>
          <p:cNvSpPr>
            <a:spLocks xmlns:a="http://schemas.openxmlformats.org/drawingml/2006/main" noGrp="1"/>
          </p:cNvSpPr>
          <p:nvPr/>
        </p:nvSpPr>
        <p:spPr>
          <a:xfrm xmlns:a="http://schemas.openxmlformats.org/drawingml/2006/main">
            <a:off x="504825" y="3724275"/>
            <a:ext cx="8134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xmlns:a="http://schemas.openxmlformats.org/drawingml/2006/main">
              <a:ext uri="{FF2B5EF4-FFF2-40B4-BE49-F238E27FC236}">
                <a16:creationId xmlns:a16="http://schemas.microsoft.com/office/drawing/2014/main" id="{9C3D2A93-BBFF-4F4A-9354-D5EA7D1E249B}"/>
              </a:ext>
            </a:extLst>
          </p:cNvPr>
          <p:cNvSpPr>
            <a:spLocks xmlns:a="http://schemas.openxmlformats.org/drawingml/2006/main" noGrp="1"/>
          </p:cNvSpPr>
          <p:nvPr/>
        </p:nvSpPr>
        <p:spPr>
          <a:xfrm xmlns:a="http://schemas.openxmlformats.org/drawingml/2006/main">
            <a:off x="504825" y="41719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2.94%.</a:t>
            </a:r>
          </a:p>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applies the conversion to household observations before fitting the models.</a:t>
            </a:r>
          </a:p>
        </p:txBody>
      </p:sp>
    </p:spTree>
    <p:extLst>
      <p:ext uri="{BB962C8B-B14F-4D97-AF65-F5344CB8AC3E}">
        <p14:creationId xmlns:p14="http://schemas.microsoft.com/office/powerpoint/2010/main" val="1303606642"/>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50 / 59</a:t>
            </a:r>
          </a:p>
        </p:txBody>
      </p:sp>
      <p:sp>
        <p:nvSpPr>
          <p:cNvPr id="8" name="Section">
            <a:extLst xmlns:a="http://schemas.openxmlformats.org/drawingml/2006/main">
              <a:ext uri="{FF2B5EF4-FFF2-40B4-BE49-F238E27FC236}">
                <a16:creationId xmlns:a16="http://schemas.microsoft.com/office/drawing/2014/main" id="{CFD2E45F-2296-406F-8FAC-FEA7FDA0C931}"/>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E24BAD0-1245-4661-8D5B-E218B7221374}"/>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xmlns:a="http://schemas.openxmlformats.org/drawingml/2006/main">
              <a:ext uri="{FF2B5EF4-FFF2-40B4-BE49-F238E27FC236}">
                <a16:creationId xmlns:a16="http://schemas.microsoft.com/office/drawing/2014/main" id="{0B883265-76FE-486F-9F94-B5EB319E0AC5}"/>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xmlns:a="http://schemas.openxmlformats.org/drawingml/2006/main">
              <a:ext uri="{FF2B5EF4-FFF2-40B4-BE49-F238E27FC236}">
                <a16:creationId xmlns:a16="http://schemas.microsoft.com/office/drawing/2014/main" id="{EDB71970-A8C5-46DF-A1C1-0C261BC2BE4B}"/>
              </a:ext>
            </a:extLst>
          </p:cNvPr>
          <p:cNvSpPr>
            <a:spLocks xmlns:a="http://schemas.openxmlformats.org/drawingml/2006/main" noGrp="1"/>
          </p:cNvSpPr>
          <p:nvPr/>
        </p:nvSpPr>
        <p:spPr>
          <a:xfrm xmlns:a="http://schemas.openxmlformats.org/drawingml/2006/main">
            <a:off x="504825" y="192405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xmlns:a="http://schemas.openxmlformats.org/drawingml/2006/main">
              <a:ext uri="{FF2B5EF4-FFF2-40B4-BE49-F238E27FC236}">
                <a16:creationId xmlns:a16="http://schemas.microsoft.com/office/drawing/2014/main" id="{9794D469-51C6-45E9-B0B3-489D23C69729}"/>
              </a:ext>
            </a:extLst>
          </p:cNvPr>
          <p:cNvSpPr>
            <a:spLocks xmlns:a="http://schemas.openxmlformats.org/drawingml/2006/main" noGrp="1"/>
          </p:cNvSpPr>
          <p:nvPr/>
        </p:nvSpPr>
        <p:spPr>
          <a:xfrm xmlns:a="http://schemas.openxmlformats.org/drawingml/2006/main">
            <a:off x="2400300" y="192405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xmlns:a="http://schemas.openxmlformats.org/drawingml/2006/main">
              <a:ext uri="{FF2B5EF4-FFF2-40B4-BE49-F238E27FC236}">
                <a16:creationId xmlns:a16="http://schemas.microsoft.com/office/drawing/2014/main" id="{1C8D6434-CDC0-4F46-A57F-A69FE09820D8}"/>
              </a:ext>
            </a:extLst>
          </p:cNvPr>
          <p:cNvSpPr>
            <a:spLocks xmlns:a="http://schemas.openxmlformats.org/drawingml/2006/main" noGrp="1"/>
          </p:cNvSpPr>
          <p:nvPr/>
        </p:nvSpPr>
        <p:spPr>
          <a:xfrm xmlns:a="http://schemas.openxmlformats.org/drawingml/2006/main">
            <a:off x="504825" y="2714625"/>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Keep bc_sm on</a:t>
            </a:r>
          </a:p>
        </p:txBody>
      </p:sp>
      <p:sp>
        <p:nvSpPr>
          <p:cNvPr id="14" name="Body 1">
            <a:extLst xmlns:a="http://schemas.openxmlformats.org/drawingml/2006/main">
              <a:ext uri="{FF2B5EF4-FFF2-40B4-BE49-F238E27FC236}">
                <a16:creationId xmlns:a16="http://schemas.microsoft.com/office/drawing/2014/main" id="{4955B485-7F59-4C68-805E-6AD34DDE130F}"/>
              </a:ext>
            </a:extLst>
          </p:cNvPr>
          <p:cNvSpPr>
            <a:spLocks xmlns:a="http://schemas.openxmlformats.org/drawingml/2006/main" noGrp="1"/>
          </p:cNvSpPr>
          <p:nvPr/>
        </p:nvSpPr>
        <p:spPr>
          <a:xfrm xmlns:a="http://schemas.openxmlformats.org/drawingml/2006/main">
            <a:off x="2400300" y="2714625"/>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bc_sm rescales each domain’s estimate to its direct arithmetic mean. With none, results are not arithmetic means and are not comparable with Direct.</a:t>
            </a:r>
          </a:p>
        </p:txBody>
      </p:sp>
      <p:sp>
        <p:nvSpPr>
          <p:cNvPr id="15" name="Label 2">
            <a:extLst xmlns:a="http://schemas.openxmlformats.org/drawingml/2006/main">
              <a:ext uri="{FF2B5EF4-FFF2-40B4-BE49-F238E27FC236}">
                <a16:creationId xmlns:a16="http://schemas.microsoft.com/office/drawing/2014/main" id="{227D9E6D-C1B3-4CAA-A6DF-FB42667BD21A}"/>
              </a:ext>
            </a:extLst>
          </p:cNvPr>
          <p:cNvSpPr>
            <a:spLocks xmlns:a="http://schemas.openxmlformats.org/drawingml/2006/main" noGrp="1"/>
          </p:cNvSpPr>
          <p:nvPr/>
        </p:nvSpPr>
        <p:spPr>
          <a:xfrm xmlns:a="http://schemas.openxmlformats.org/drawingml/2006/main">
            <a:off x="504825" y="3505200"/>
            <a:ext cx="1762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xmlns:a="http://schemas.openxmlformats.org/drawingml/2006/main">
              <a:ext uri="{FF2B5EF4-FFF2-40B4-BE49-F238E27FC236}">
                <a16:creationId xmlns:a16="http://schemas.microsoft.com/office/drawing/2014/main" id="{EF9E72F2-DFF4-4A25-A019-5D03B95BA27E}"/>
              </a:ext>
            </a:extLst>
          </p:cNvPr>
          <p:cNvSpPr>
            <a:spLocks xmlns:a="http://schemas.openxmlformats.org/drawingml/2006/main" noGrp="1"/>
          </p:cNvSpPr>
          <p:nvPr/>
        </p:nvSpPr>
        <p:spPr>
          <a:xfrm xmlns:a="http://schemas.openxmlformats.org/drawingml/2006/main">
            <a:off x="2400300" y="3505200"/>
            <a:ext cx="623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xmlns:a="http://schemas.openxmlformats.org/drawingml/2006/main">
              <a:ext uri="{FF2B5EF4-FFF2-40B4-BE49-F238E27FC236}">
                <a16:creationId xmlns:a16="http://schemas.microsoft.com/office/drawing/2014/main" id="{2D0A3FCB-D7A7-4597-8721-D39DBEC8323E}"/>
              </a:ext>
            </a:extLst>
          </p:cNvPr>
          <p:cNvSpPr>
            <a:spLocks xmlns:a="http://schemas.openxmlformats.org/drawingml/2006/main" noGrp="1"/>
          </p:cNvSpPr>
          <p:nvPr/>
        </p:nvSpPr>
        <p:spPr>
          <a:xfrm xmlns:a="http://schemas.openxmlformats.org/drawingml/2006/main">
            <a:off x="504825" y="4324350"/>
            <a:ext cx="813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 and negative welfare are dropped from the log model but kept in Direct, without a warning. Review them first.</a:t>
            </a:r>
          </a:p>
        </p:txBody>
      </p:sp>
    </p:spTree>
    <p:extLst>
      <p:ext uri="{BB962C8B-B14F-4D97-AF65-F5344CB8AC3E}">
        <p14:creationId xmlns:p14="http://schemas.microsoft.com/office/powerpoint/2010/main" val="1303606642"/>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F07A51-5FAC-428A-9944-37386E03D05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0612F72-4405-4C55-A024-46C9A3DFBE12}"/>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030DF6-E697-4DE8-A713-84F64308137C}"/>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B5BF1B7C-455C-4E96-A919-D825C53BA60D}"/>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6B0D248-51C6-4FB6-BA1B-2D3DE839488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51 / 59</a:t>
            </a:r>
          </a:p>
        </p:txBody>
      </p:sp>
      <p:sp>
        <p:nvSpPr>
          <p:cNvPr id="8" name="Section">
            <a:extLst xmlns:a="http://schemas.openxmlformats.org/drawingml/2006/main">
              <a:ext uri="{FF2B5EF4-FFF2-40B4-BE49-F238E27FC236}">
                <a16:creationId xmlns:a16="http://schemas.microsoft.com/office/drawing/2014/main" id="{D4AE17FF-AA1D-4F6F-B5C7-9D58C631A226}"/>
              </a:ext>
            </a:extLst>
          </p:cNvPr>
          <p:cNvSpPr>
            <a:spLocks xmlns:a="http://schemas.openxmlformats.org/drawingml/2006/main" noGrp="1"/>
          </p:cNvSpPr>
          <p:nvPr/>
        </p:nvSpPr>
        <p:spPr>
          <a:xfrm xmlns:a="http://schemas.openxmlformats.org/drawingml/2006/main">
            <a:off x="504825" y="333375"/>
            <a:ext cx="800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xmlns:a="http://schemas.openxmlformats.org/drawingml/2006/main">
              <a:ext uri="{FF2B5EF4-FFF2-40B4-BE49-F238E27FC236}">
                <a16:creationId xmlns:a16="http://schemas.microsoft.com/office/drawing/2014/main" id="{C6E91227-18C9-4DE9-9C2A-3B53E343E330}"/>
              </a:ext>
            </a:extLst>
          </p:cNvPr>
          <p:cNvSpPr>
            <a:spLocks xmlns:a="http://schemas.openxmlformats.org/drawingml/2006/main" noGrp="1"/>
          </p:cNvSpPr>
          <p:nvPr/>
        </p:nvSpPr>
        <p:spPr>
          <a:xfrm xmlns:a="http://schemas.openxmlformats.org/drawingml/2006/main">
            <a:off x="504825" y="714375"/>
            <a:ext cx="813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xmlns:a="http://schemas.openxmlformats.org/drawingml/2006/main">
              <a:ext uri="{FF2B5EF4-FFF2-40B4-BE49-F238E27FC236}">
                <a16:creationId xmlns:a16="http://schemas.microsoft.com/office/drawing/2014/main" id="{D6041C81-0601-40EB-83C1-C099387B5A3F}"/>
              </a:ext>
            </a:extLst>
          </p:cNvPr>
          <p:cNvSpPr>
            <a:spLocks xmlns:a="http://schemas.openxmlformats.org/drawingml/2006/main" noGrp="1"/>
          </p:cNvSpPr>
          <p:nvPr/>
        </p:nvSpPr>
        <p:spPr>
          <a:xfrm xmlns:a="http://schemas.openxmlformats.org/drawingml/2006/main">
            <a:off x="504825" y="131445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p:cNvGraphicFramePr/>
          <p:nvPr/>
        </p:nvGraphicFramePr>
        <p:xfrm>
          <a:off xmlns:a="http://schemas.openxmlformats.org/drawingml/2006/main" x="504825" y="1866900"/>
          <a:ext xmlns:a="http://schemas.openxmlformats.org/drawingml/2006/main" cx="8134350" cy="2095500"/>
        </p:xfrm>
        <a:graphic xmlns:a="http://schemas.openxmlformats.org/drawingml/2006/main">
          <a:graphicData uri="http://schemas.openxmlformats.org/drawingml/2006/table">
            <a:tbl>
              <a:tblPr/>
              <a:tblGrid>
                <a:gridCol w="3571875"/>
                <a:gridCol w="4562475"/>
              </a:tblGrid>
              <a:tr h="419100">
                <a:tc>
                  <a:txBody>
                    <a:bodyPr/>
                    <a:lstStyle/>
                    <a:p>
                      <a:r>
                        <a:rPr sz="1350" b="1">
                          <a:solidFill>
                            <a:srgbClr val="FFFFFF"/>
                          </a:solidFill>
                          <a:latin typeface="Calibri"/>
                          <a:ea typeface="Calibri"/>
                          <a:cs typeface="Calibri"/>
                        </a:rPr>
                        <a:t>Output</a:t>
                      </a:r>
                    </a:p>
                  </a:txBody>
                  <a:tcPr marL="91440" marR="91440" marT="45720" marB="45720">
                    <a:solidFill>
                      <a:srgbClr val="15284F"/>
                    </a:solidFill>
                  </a:tcPr>
                </a:tc>
                <a:tc>
                  <a:txBody>
                    <a:bodyPr/>
                    <a:lstStyle/>
                    <a:p>
                      <a:r>
                        <a:rPr sz="1350" b="1">
                          <a:solidFill>
                            <a:srgbClr val="FFFFFF"/>
                          </a:solidFill>
                          <a:latin typeface="Calibri"/>
                          <a:ea typeface="Calibri"/>
                          <a:cs typeface="Calibri"/>
                        </a:rPr>
                        <a:t>Meaning / unit</a:t>
                      </a:r>
                    </a:p>
                  </a:txBody>
                  <a:tcPr marL="91440" marR="91440" marT="45720" marB="45720">
                    <a:solidFill>
                      <a:srgbClr val="15284F"/>
                    </a:solidFill>
                  </a:tcPr>
                </a:tc>
              </a:tr>
              <a:tr h="419100">
                <a:tc>
                  <a:txBody>
                    <a:bodyPr/>
                    <a:lstStyle/>
                    <a:p>
                      <a:r>
                        <a:rPr sz="1350" b="0">
                          <a:solidFill>
                            <a:srgbClr val="43578A"/>
                          </a:solidFill>
                          <a:latin typeface="Calibri"/>
                          <a:ea typeface="Calibri"/>
                          <a:cs typeface="Calibri"/>
                        </a:rPr>
                        <a:t>Levels and RMSE</a:t>
                      </a:r>
                    </a:p>
                  </a:txBody>
                  <a:tcPr marL="91440" marR="91440" marT="45720" marB="45720">
                    <a:solidFill>
                      <a:srgbClr val="FFFFFF"/>
                    </a:solidFill>
                  </a:tcPr>
                </a:tc>
                <a:tc>
                  <a:txBody>
                    <a:bodyPr/>
                    <a:lstStyle/>
                    <a:p>
                      <a:r>
                        <a:rPr sz="1350" b="0">
                          <a:solidFill>
                            <a:srgbClr val="43578A"/>
                          </a:solidFill>
                          <a:latin typeface="Calibri"/>
                          <a:ea typeface="Calibri"/>
                          <a:cs typeface="Calibri"/>
                        </a:rPr>
                        <a:t>Currency in the selected constant prices</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Changes and significance</a:t>
                      </a:r>
                    </a:p>
                  </a:txBody>
                  <a:tcPr marL="91440" marR="91440" marT="45720" marB="45720">
                    <a:solidFill>
                      <a:srgbClr val="F3F6FC"/>
                    </a:solidFill>
                  </a:tcPr>
                </a:tc>
                <a:tc>
                  <a:txBody>
                    <a:bodyPr/>
                    <a:lstStyle/>
                    <a:p>
                      <a:r>
                        <a:rPr sz="1350" b="0">
                          <a:solidFill>
                            <a:srgbClr val="43578A"/>
                          </a:solidFill>
                          <a:latin typeface="Calibri"/>
                          <a:ea typeface="Calibri"/>
                          <a:cs typeface="Calibri"/>
                        </a:rPr>
                        <a:t>Percentage change of the estimated arithmetic mean</a:t>
                      </a:r>
                    </a:p>
                  </a:txBody>
                  <a:tcPr marL="91440" marR="91440" marT="45720" marB="45720">
                    <a:solidFill>
                      <a:srgbClr val="F3F6FC"/>
                    </a:solidFill>
                  </a:tcPr>
                </a:tc>
              </a:tr>
              <a:tr h="419100">
                <a:tc>
                  <a:txBody>
                    <a:bodyPr/>
                    <a:lstStyle/>
                    <a:p>
                      <a:r>
                        <a:rPr sz="1350" b="0">
                          <a:solidFill>
                            <a:srgbClr val="43578A"/>
                          </a:solidFill>
                          <a:latin typeface="Calibri"/>
                          <a:ea typeface="Calibri"/>
                          <a:cs typeface="Calibri"/>
                        </a:rPr>
                        <a:t>Change-and-RMSE box plots</a:t>
                      </a:r>
                    </a:p>
                  </a:txBody>
                  <a:tcPr marL="91440" marR="91440" marT="45720" marB="45720">
                    <a:solidFill>
                      <a:srgbClr val="FFFFFF"/>
                    </a:solidFill>
                  </a:tcPr>
                </a:tc>
                <a:tc>
                  <a:txBody>
                    <a:bodyPr/>
                    <a:lstStyle/>
                    <a:p>
                      <a:r>
                        <a:rPr sz="1350" b="0">
                          <a:solidFill>
                            <a:srgbClr val="43578A"/>
                          </a:solidFill>
                          <a:latin typeface="Calibri"/>
                          <a:ea typeface="Calibri"/>
                          <a:cs typeface="Calibri"/>
                        </a:rPr>
                        <a:t>Log ratio of the final means (close to the % change when changes are small)</a:t>
                      </a:r>
                    </a:p>
                  </a:txBody>
                  <a:tcPr marL="91440" marR="91440" marT="45720" marB="45720">
                    <a:solidFill>
                      <a:srgbClr val="FFFFFF"/>
                    </a:solidFill>
                  </a:tcPr>
                </a:tc>
              </a:tr>
              <a:tr h="419100">
                <a:tc>
                  <a:txBody>
                    <a:bodyPr/>
                    <a:lstStyle/>
                    <a:p>
                      <a:r>
                        <a:rPr sz="1350" b="0">
                          <a:solidFill>
                            <a:srgbClr val="43578A"/>
                          </a:solidFill>
                          <a:latin typeface="Calibri"/>
                          <a:ea typeface="Calibri"/>
                          <a:cs typeface="Calibri"/>
                        </a:rPr>
                        <a:t>Excel columns ending in _eur</a:t>
                      </a:r>
                    </a:p>
                  </a:txBody>
                  <a:tcPr marL="91440" marR="91440" marT="45720" marB="45720">
                    <a:solidFill>
                      <a:srgbClr val="F3F6FC"/>
                    </a:solidFill>
                  </a:tcPr>
                </a:tc>
                <a:tc>
                  <a:txBody>
                    <a:bodyPr/>
                    <a:lstStyle/>
                    <a:p>
                      <a:r>
                        <a:rPr sz="1350" b="0">
                          <a:solidFill>
                            <a:srgbClr val="43578A"/>
                          </a:solidFill>
                          <a:latin typeface="Calibri"/>
                          <a:ea typeface="Calibri"/>
                          <a:cs typeface="Calibri"/>
                        </a:rPr>
                        <a:t>Differences in currency units (suffix is _eur for any currency)</a:t>
                      </a:r>
                    </a:p>
                  </a:txBody>
                  <a:tcPr marL="91440" marR="91440" marT="45720" marB="45720">
                    <a:solidFill>
                      <a:srgbClr val="F3F6FC"/>
                    </a:solidFill>
                  </a:tcPr>
                </a:tc>
              </a:tr>
            </a:tbl>
          </a:graphicData>
        </a:graphic>
      </p:graphicFrame>
      <p:sp>
        <p:nvSpPr>
          <p:cNvPr id="12" name="Benchmarks">
            <a:extLst xmlns:a="http://schemas.openxmlformats.org/drawingml/2006/main">
              <a:ext uri="{FF2B5EF4-FFF2-40B4-BE49-F238E27FC236}">
                <a16:creationId xmlns:a16="http://schemas.microsoft.com/office/drawing/2014/main" id="{52EB4D67-963F-47CB-B9F5-34C4EC9498E8}"/>
              </a:ext>
            </a:extLst>
          </p:cNvPr>
          <p:cNvSpPr>
            <a:spLocks xmlns:a="http://schemas.openxmlformats.org/drawingml/2006/main" noGrp="1"/>
          </p:cNvSpPr>
          <p:nvPr/>
        </p:nvSpPr>
        <p:spPr>
          <a:xfrm xmlns:a="http://schemas.openxmlformats.org/drawingml/2006/main">
            <a:off x="504825" y="410527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78A"/>
                </a:solidFill>
                <a:latin typeface="Calibri"/>
                <a:ea typeface="Calibri"/>
                <a:cs typeface="Calibri"/>
              </a:defRPr>
            </a:pPr>
            <a:r>
              <a:rPr sz="1275" b="0">
                <a:solidFill>
                  <a:srgbClr val="43578A"/>
                </a:solidFill>
                <a:latin typeface="Calibri"/>
                <a:ea typeface="Calibri"/>
                <a:cs typeface="Calibri"/>
              </a:rPr>
              <a:t>Optional benchmark targets must match the survey’s input price basis. CPI conversion also adjusts uploaded targets. For log fits, benchmarked RMSE is approximate.</a:t>
            </a:r>
          </a:p>
        </p:txBody>
      </p:sp>
    </p:spTree>
    <p:extLst>
      <p:ext uri="{BB962C8B-B14F-4D97-AF65-F5344CB8AC3E}">
        <p14:creationId xmlns:p14="http://schemas.microsoft.com/office/powerpoint/2010/main" val="1303606642"/>
      </p:ext>
    </p:extLst>
  </p:cSld>
</p:sld>
</file>

<file path=ppt/slides/slide52.xml><?xml version="1.0" encoding="utf-8"?>
<p:sld xmlns:p="http://schemas.openxmlformats.org/presentationml/2006/main">
  <p:cSld>
    <p:bg>
      <p:bgPr>
        <a:blipFill xmlns:a="http://schemas.openxmlformats.org/drawingml/2006/main" rotWithShape="1">
          <a:blip xmlns:r="http://schemas.openxmlformats.org/officeDocument/2006/relationships" r:embed="R417329ee37cd42d8"/>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EF2968C-81E9-46C0-B756-A66E0440E6C6}"/>
              </a:ext>
            </a:extLst>
          </p:cNvPr>
          <p:cNvSpPr>
            <a:spLocks xmlns:a="http://schemas.openxmlformats.org/drawingml/2006/main" noGrp="1"/>
          </p:cNvSpPr>
          <p:nvPr/>
        </p:nvSpPr>
        <p:spPr>
          <a:xfrm xmlns:a="http://schemas.openxmlformats.org/drawingml/2006/main">
            <a:off x="502920" y="1463040"/>
            <a:ext cx="49377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PART 04  ·  OPTIONAL</a:t>
            </a:r>
          </a:p>
        </p:txBody>
      </p:sp>
      <p:sp>
        <p:nvSpPr>
          <p:cNvPr id="4" name="Shape 1">
            <a:extLst xmlns:a="http://schemas.openxmlformats.org/drawingml/2006/main">
              <a:ext uri="{FF2B5EF4-FFF2-40B4-BE49-F238E27FC236}">
                <a16:creationId xmlns:a16="http://schemas.microsoft.com/office/drawing/2014/main" id="{0C25F47D-3B0B-45C2-BCB6-AF70B959637D}"/>
              </a:ext>
            </a:extLst>
          </p:cNvPr>
          <p:cNvSpPr>
            <a:spLocks xmlns:a="http://schemas.openxmlformats.org/drawingml/2006/main" noGrp="1"/>
          </p:cNvSpPr>
          <p:nvPr/>
        </p:nvSpPr>
        <p:spPr>
          <a:xfrm xmlns:a="http://schemas.openxmlformats.org/drawingml/2006/main">
            <a:off x="502920" y="187452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2">
            <a:extLst xmlns:a="http://schemas.openxmlformats.org/drawingml/2006/main">
              <a:ext uri="{FF2B5EF4-FFF2-40B4-BE49-F238E27FC236}">
                <a16:creationId xmlns:a16="http://schemas.microsoft.com/office/drawing/2014/main" id="{8CBCF23E-413E-4766-B4A3-FD27ED67D41C}"/>
              </a:ext>
            </a:extLst>
          </p:cNvPr>
          <p:cNvSpPr>
            <a:spLocks xmlns:a="http://schemas.openxmlformats.org/drawingml/2006/main" noGrp="1"/>
          </p:cNvSpPr>
          <p:nvPr/>
        </p:nvSpPr>
        <p:spPr>
          <a:xfrm xmlns:a="http://schemas.openxmlformats.org/drawingml/2006/main">
            <a:off x="502920" y="2011680"/>
            <a:ext cx="493776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Calibri"/>
                <a:ea typeface="Calibri"/>
                <a:cs typeface="Calibri"/>
              </a:rPr>
              <a:t>AI Assistant —</a:t>
            </a:r>
          </a:p>
          <a:p xmlns:a="http://schemas.openxmlformats.org/drawingml/2006/main">
            <a:pPr marL="0" indent="0">
              <a:buNone/>
            </a:pPr>
            <a:r>
              <a:rPr sz="3400" b="1">
                <a:solidFill>
                  <a:srgbClr val="FFFFFF"/>
                </a:solidFill>
                <a:latin typeface="Calibri"/>
                <a:ea typeface="Calibri"/>
                <a:cs typeface="Calibri"/>
              </a:rPr>
              <a:t>Claude &amp; ChatGPT</a:t>
            </a:r>
          </a:p>
        </p:txBody>
      </p:sp>
      <p:sp>
        <p:nvSpPr>
          <p:cNvPr id="6" name="Text 3">
            <a:extLst xmlns:a="http://schemas.openxmlformats.org/drawingml/2006/main">
              <a:ext uri="{FF2B5EF4-FFF2-40B4-BE49-F238E27FC236}">
                <a16:creationId xmlns:a16="http://schemas.microsoft.com/office/drawing/2014/main" id="{F8E289B5-10F9-4D9F-B2DB-3DA9E8CA8D0A}"/>
              </a:ext>
            </a:extLst>
          </p:cNvPr>
          <p:cNvSpPr>
            <a:spLocks xmlns:a="http://schemas.openxmlformats.org/drawingml/2006/main" noGrp="1"/>
          </p:cNvSpPr>
          <p:nvPr/>
        </p:nvSpPr>
        <p:spPr>
          <a:xfrm xmlns:a="http://schemas.openxmlformats.org/drawingml/2006/main">
            <a:off x="502920" y="393192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xmlns:a="http://schemas.openxmlformats.org/drawingml/2006/main">
              <a:ext uri="{FF2B5EF4-FFF2-40B4-BE49-F238E27FC236}">
                <a16:creationId xmlns:a16="http://schemas.microsoft.com/office/drawing/2014/main" id="{D83F6059-E75E-426D-AC87-AFFB0EB6C5CE}"/>
              </a:ext>
            </a:extLst>
          </p:cNvPr>
          <p:cNvSpPr>
            <a:spLocks xmlns:a="http://schemas.openxmlformats.org/drawingml/2006/main" noGrp="1"/>
          </p:cNvSpPr>
          <p:nvPr/>
        </p:nvSpPr>
        <p:spPr>
          <a:xfrm xmlns:a="http://schemas.openxmlformats.org/drawingml/2006/main">
            <a:off x="7680960" y="4686300"/>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CADCFC"/>
                </a:solidFill>
                <a:latin typeface="Calibri"/>
                <a:ea typeface="Calibri"/>
                <a:cs typeface="Calibri"/>
              </a:rPr>
              <a:t>52 / 59</a:t>
            </a:r>
          </a:p>
        </p:txBody>
      </p:sp>
    </p:spTree>
    <p:extLst>
      <p:ext uri="{BB962C8B-B14F-4D97-AF65-F5344CB8AC3E}">
        <p14:creationId xmlns:p14="http://schemas.microsoft.com/office/powerpoint/2010/main" val="1092689748"/>
      </p:ext>
    </p:extLst>
  </p:cSld>
</p:sld>
</file>

<file path=ppt/slides/slide53.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36C96C7-197A-49D1-9C61-3D7E550A02D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D5AF9807-CBAB-4FAD-B266-A24DD0C3125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572DB30-DC19-48A5-BDB0-8806F5F01AA5}"/>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49AD3C9D-1FBC-4583-BAD7-197F805ED73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5E11CE4-8BE6-4C5F-9B85-22E575C182A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C1D5718A-1437-4459-A05D-B790414ADC12}"/>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53 / 59</a:t>
            </a:r>
          </a:p>
        </p:txBody>
      </p:sp>
      <p:sp>
        <p:nvSpPr>
          <p:cNvPr id="8" name="Text 6">
            <a:extLst xmlns:a="http://schemas.openxmlformats.org/drawingml/2006/main">
              <a:ext uri="{FF2B5EF4-FFF2-40B4-BE49-F238E27FC236}">
                <a16:creationId xmlns:a16="http://schemas.microsoft.com/office/drawing/2014/main" id="{67335C38-BE3E-42F7-A556-3E8CEFC14731}"/>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What the AI Assistant does</a:t>
            </a:r>
          </a:p>
        </p:txBody>
      </p:sp>
      <p:sp>
        <p:nvSpPr>
          <p:cNvPr id="9" name="Text 7">
            <a:extLst xmlns:a="http://schemas.openxmlformats.org/drawingml/2006/main">
              <a:ext uri="{FF2B5EF4-FFF2-40B4-BE49-F238E27FC236}">
                <a16:creationId xmlns:a16="http://schemas.microsoft.com/office/drawing/2014/main" id="{37CD521B-04CF-402E-A7C7-3EE13F71BB9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xmlns:a="http://schemas.openxmlformats.org/drawingml/2006/main">
              <a:ext uri="{FF2B5EF4-FFF2-40B4-BE49-F238E27FC236}">
                <a16:creationId xmlns:a16="http://schemas.microsoft.com/office/drawing/2014/main" id="{E4F0D4B7-785F-4007-BDFE-78BF2BFE74BE}"/>
              </a:ext>
            </a:extLst>
          </p:cNvPr>
          <p:cNvSpPr>
            <a:spLocks xmlns:a="http://schemas.openxmlformats.org/drawingml/2006/main" noGrp="1"/>
          </p:cNvSpPr>
          <p:nvPr/>
        </p:nvSpPr>
        <p:spPr>
          <a:xfrm xmlns:a="http://schemas.openxmlformats.org/drawingml/2006/main">
            <a:off x="50292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ABE6B5B-D249-4E8A-B517-F2EF666D6E25}"/>
              </a:ext>
            </a:extLst>
          </p:cNvPr>
          <p:cNvSpPr>
            <a:spLocks xmlns:a="http://schemas.openxmlformats.org/drawingml/2006/main" noGrp="1"/>
          </p:cNvSpPr>
          <p:nvPr/>
        </p:nvSpPr>
        <p:spPr>
          <a:xfrm xmlns:a="http://schemas.openxmlformats.org/drawingml/2006/main">
            <a:off x="50292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82f90ce473f04010"/>
          <a:stretch xmlns:a="http://schemas.openxmlformats.org/drawingml/2006/main">
            <a:fillRect l="0" t="0" r="0" b="0"/>
          </a:stretch>
        </p:blipFill>
        <p:spPr>
          <a:xfrm xmlns:a="http://schemas.openxmlformats.org/drawingml/2006/main">
            <a:off x="777240" y="2103120"/>
            <a:ext cx="457200" cy="457200"/>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1D023E0-E079-48BB-8C72-986983DF5365}"/>
              </a:ext>
            </a:extLst>
          </p:cNvPr>
          <p:cNvSpPr>
            <a:spLocks xmlns:a="http://schemas.openxmlformats.org/drawingml/2006/main" noGrp="1"/>
          </p:cNvSpPr>
          <p:nvPr/>
        </p:nvSpPr>
        <p:spPr>
          <a:xfrm xmlns:a="http://schemas.openxmlformats.org/drawingml/2006/main">
            <a:off x="77724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Interpret diagnostics</a:t>
            </a:r>
          </a:p>
        </p:txBody>
      </p:sp>
      <p:sp>
        <p:nvSpPr>
          <p:cNvPr id="14" name="Text 11">
            <a:extLst xmlns:a="http://schemas.openxmlformats.org/drawingml/2006/main">
              <a:ext uri="{FF2B5EF4-FFF2-40B4-BE49-F238E27FC236}">
                <a16:creationId xmlns:a16="http://schemas.microsoft.com/office/drawing/2014/main" id="{C73E3A0E-E200-40AF-81A5-3E9549C8A28E}"/>
              </a:ext>
            </a:extLst>
          </p:cNvPr>
          <p:cNvSpPr>
            <a:spLocks xmlns:a="http://schemas.openxmlformats.org/drawingml/2006/main" noGrp="1"/>
          </p:cNvSpPr>
          <p:nvPr/>
        </p:nvSpPr>
        <p:spPr>
          <a:xfrm xmlns:a="http://schemas.openxmlformats.org/drawingml/2006/main">
            <a:off x="77724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Summarises convergence, normality and precision.</a:t>
            </a:r>
          </a:p>
        </p:txBody>
      </p:sp>
      <p:sp>
        <p:nvSpPr>
          <p:cNvPr id="15" name="Shape 12">
            <a:extLst xmlns:a="http://schemas.openxmlformats.org/drawingml/2006/main">
              <a:ext uri="{FF2B5EF4-FFF2-40B4-BE49-F238E27FC236}">
                <a16:creationId xmlns:a16="http://schemas.microsoft.com/office/drawing/2014/main" id="{F2329237-AF01-4C8E-B3DF-1819400C12E7}"/>
              </a:ext>
            </a:extLst>
          </p:cNvPr>
          <p:cNvSpPr>
            <a:spLocks xmlns:a="http://schemas.openxmlformats.org/drawingml/2006/main" noGrp="1"/>
          </p:cNvSpPr>
          <p:nvPr/>
        </p:nvSpPr>
        <p:spPr>
          <a:xfrm xmlns:a="http://schemas.openxmlformats.org/drawingml/2006/main">
            <a:off x="327660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6CECCB65-02DD-42C8-BE2C-86ACD430D93E}"/>
              </a:ext>
            </a:extLst>
          </p:cNvPr>
          <p:cNvSpPr>
            <a:spLocks xmlns:a="http://schemas.openxmlformats.org/drawingml/2006/main" noGrp="1"/>
          </p:cNvSpPr>
          <p:nvPr/>
        </p:nvSpPr>
        <p:spPr>
          <a:xfrm xmlns:a="http://schemas.openxmlformats.org/drawingml/2006/main">
            <a:off x="327660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958ea151e19544d9"/>
          <a:stretch xmlns:a="http://schemas.openxmlformats.org/drawingml/2006/main">
            <a:fillRect l="0" t="0" r="0" b="0"/>
          </a:stretch>
        </p:blipFill>
        <p:spPr>
          <a:xfrm xmlns:a="http://schemas.openxmlformats.org/drawingml/2006/main">
            <a:off x="3550920" y="2103120"/>
            <a:ext cx="457200" cy="457200"/>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0CB7EAA0-FFB0-4714-810C-397DF61C7788}"/>
              </a:ext>
            </a:extLst>
          </p:cNvPr>
          <p:cNvSpPr>
            <a:spLocks xmlns:a="http://schemas.openxmlformats.org/drawingml/2006/main" noGrp="1"/>
          </p:cNvSpPr>
          <p:nvPr/>
        </p:nvSpPr>
        <p:spPr>
          <a:xfrm xmlns:a="http://schemas.openxmlformats.org/drawingml/2006/main">
            <a:off x="355092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Evaluate normality</a:t>
            </a:r>
          </a:p>
        </p:txBody>
      </p:sp>
      <p:sp>
        <p:nvSpPr>
          <p:cNvPr id="19" name="Text 15">
            <a:extLst xmlns:a="http://schemas.openxmlformats.org/drawingml/2006/main">
              <a:ext uri="{FF2B5EF4-FFF2-40B4-BE49-F238E27FC236}">
                <a16:creationId xmlns:a16="http://schemas.microsoft.com/office/drawing/2014/main" id="{82B6BC08-B4C0-4711-83BE-55345038AEE7}"/>
              </a:ext>
            </a:extLst>
          </p:cNvPr>
          <p:cNvSpPr>
            <a:spLocks xmlns:a="http://schemas.openxmlformats.org/drawingml/2006/main" noGrp="1"/>
          </p:cNvSpPr>
          <p:nvPr/>
        </p:nvSpPr>
        <p:spPr>
          <a:xfrm xmlns:a="http://schemas.openxmlformats.org/drawingml/2006/main">
            <a:off x="355092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Reads Shapiro–Wilk and Q–Q statistics.</a:t>
            </a:r>
          </a:p>
        </p:txBody>
      </p:sp>
      <p:sp>
        <p:nvSpPr>
          <p:cNvPr id="20" name="Shape 16">
            <a:extLst xmlns:a="http://schemas.openxmlformats.org/drawingml/2006/main">
              <a:ext uri="{FF2B5EF4-FFF2-40B4-BE49-F238E27FC236}">
                <a16:creationId xmlns:a16="http://schemas.microsoft.com/office/drawing/2014/main" id="{69FAEC23-45B4-487B-85AF-ACF5672BB642}"/>
              </a:ext>
            </a:extLst>
          </p:cNvPr>
          <p:cNvSpPr>
            <a:spLocks xmlns:a="http://schemas.openxmlformats.org/drawingml/2006/main" noGrp="1"/>
          </p:cNvSpPr>
          <p:nvPr/>
        </p:nvSpPr>
        <p:spPr>
          <a:xfrm xmlns:a="http://schemas.openxmlformats.org/drawingml/2006/main">
            <a:off x="6050280" y="1828800"/>
            <a:ext cx="2590800" cy="2011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E377EA41-3E9E-4F4B-B07F-D87323DAB23D}"/>
              </a:ext>
            </a:extLst>
          </p:cNvPr>
          <p:cNvSpPr>
            <a:spLocks xmlns:a="http://schemas.openxmlformats.org/drawingml/2006/main" noGrp="1"/>
          </p:cNvSpPr>
          <p:nvPr/>
        </p:nvSpPr>
        <p:spPr>
          <a:xfrm xmlns:a="http://schemas.openxmlformats.org/drawingml/2006/main">
            <a:off x="6050280" y="1828800"/>
            <a:ext cx="54864" cy="2011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fd3c63ca9e3b4973"/>
          <a:stretch xmlns:a="http://schemas.openxmlformats.org/drawingml/2006/main">
            <a:fillRect l="0" t="0" r="0" b="0"/>
          </a:stretch>
        </p:blipFill>
        <p:spPr>
          <a:xfrm xmlns:a="http://schemas.openxmlformats.org/drawingml/2006/main">
            <a:off x="6324600" y="2103120"/>
            <a:ext cx="457200" cy="457200"/>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6CBCC54-170F-42E3-A75D-1A4C99B3706F}"/>
              </a:ext>
            </a:extLst>
          </p:cNvPr>
          <p:cNvSpPr>
            <a:spLocks xmlns:a="http://schemas.openxmlformats.org/drawingml/2006/main" noGrp="1"/>
          </p:cNvSpPr>
          <p:nvPr/>
        </p:nvSpPr>
        <p:spPr>
          <a:xfrm xmlns:a="http://schemas.openxmlformats.org/drawingml/2006/main">
            <a:off x="6324600" y="2697480"/>
            <a:ext cx="2133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E3F"/>
                </a:solidFill>
                <a:latin typeface="Calibri"/>
                <a:ea typeface="Calibri"/>
                <a:cs typeface="Calibri"/>
              </a:rPr>
              <a:t>Write report text</a:t>
            </a:r>
          </a:p>
        </p:txBody>
      </p:sp>
      <p:sp>
        <p:nvSpPr>
          <p:cNvPr id="24" name="Text 19">
            <a:extLst xmlns:a="http://schemas.openxmlformats.org/drawingml/2006/main">
              <a:ext uri="{FF2B5EF4-FFF2-40B4-BE49-F238E27FC236}">
                <a16:creationId xmlns:a16="http://schemas.microsoft.com/office/drawing/2014/main" id="{CB75B520-7316-4157-A86A-ABE33707AAA7}"/>
              </a:ext>
            </a:extLst>
          </p:cNvPr>
          <p:cNvSpPr>
            <a:spLocks xmlns:a="http://schemas.openxmlformats.org/drawingml/2006/main" noGrp="1"/>
          </p:cNvSpPr>
          <p:nvPr/>
        </p:nvSpPr>
        <p:spPr>
          <a:xfrm xmlns:a="http://schemas.openxmlformats.org/drawingml/2006/main">
            <a:off x="6324600" y="3063240"/>
            <a:ext cx="2133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xmlns:a="http://schemas.openxmlformats.org/drawingml/2006/main">
              <a:ext uri="{FF2B5EF4-FFF2-40B4-BE49-F238E27FC236}">
                <a16:creationId xmlns:a16="http://schemas.microsoft.com/office/drawing/2014/main" id="{89F2DC87-7CE7-4736-BB21-818682041B7B}"/>
              </a:ext>
            </a:extLst>
          </p:cNvPr>
          <p:cNvSpPr>
            <a:spLocks xmlns:a="http://schemas.openxmlformats.org/drawingml/2006/main" noGrp="1"/>
          </p:cNvSpPr>
          <p:nvPr/>
        </p:nvSpPr>
        <p:spPr>
          <a:xfrm xmlns:a="http://schemas.openxmlformats.org/drawingml/2006/main">
            <a:off x="502920" y="4160520"/>
            <a:ext cx="8138160" cy="502920"/>
          </a:xfrm>
          <a:prstGeom xmlns:a="http://schemas.openxmlformats.org/drawingml/2006/main" prst="rect">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3"/>
          <p:cNvPicPr>
            <a:picLocks xmlns:a="http://schemas.openxmlformats.org/drawingml/2006/main" noChangeAspect="1"/>
          </p:cNvPicPr>
          <p:nvPr/>
        </p:nvPicPr>
        <p:blipFill>
          <a:blip xmlns:r="http://schemas.openxmlformats.org/officeDocument/2006/relationships" xmlns:a="http://schemas.openxmlformats.org/drawingml/2006/main" r:embed="R03da431599344acc"/>
          <a:stretch xmlns:a="http://schemas.openxmlformats.org/drawingml/2006/main">
            <a:fillRect l="0" t="0" r="0" b="0"/>
          </a:stretch>
        </p:blipFill>
        <p:spPr>
          <a:xfrm xmlns:a="http://schemas.openxmlformats.org/drawingml/2006/main">
            <a:off x="685800" y="4288536"/>
            <a:ext cx="274320" cy="274320"/>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0E9566AD-7A92-4D54-AE70-3837C08BF5AC}"/>
              </a:ext>
            </a:extLst>
          </p:cNvPr>
          <p:cNvSpPr>
            <a:spLocks xmlns:a="http://schemas.openxmlformats.org/drawingml/2006/main" noGrp="1"/>
          </p:cNvSpPr>
          <p:nvPr/>
        </p:nvSpPr>
        <p:spPr>
          <a:xfrm xmlns:a="http://schemas.openxmlformats.org/drawingml/2006/main">
            <a:off x="1051560" y="4160520"/>
            <a:ext cx="7452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sld>
</file>

<file path=ppt/slides/slide54.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E34E0B-6237-49F4-ADBF-F10482C18330}"/>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BE6C32DE-0A41-4D8E-8B8B-6829200C8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680059F-F3CB-4801-BE2B-9A72BB4522B0}"/>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ANTHROPIC CLAUDE</a:t>
            </a:r>
          </a:p>
        </p:txBody>
      </p:sp>
      <p:sp>
        <p:nvSpPr>
          <p:cNvPr id="5" name="Shape 3">
            <a:extLst xmlns:a="http://schemas.openxmlformats.org/drawingml/2006/main">
              <a:ext uri="{FF2B5EF4-FFF2-40B4-BE49-F238E27FC236}">
                <a16:creationId xmlns:a16="http://schemas.microsoft.com/office/drawing/2014/main" id="{1C90923D-2EFB-421D-B528-EEA14FA6D622}"/>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89983FCD-B255-4BD4-902C-924ABC34BE4C}"/>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D5CCDB48-FD01-44A4-8745-DD09C54A7211}"/>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54 / 59</a:t>
            </a:r>
          </a:p>
        </p:txBody>
      </p:sp>
      <p:sp>
        <p:nvSpPr>
          <p:cNvPr id="8" name="Text 6">
            <a:extLst xmlns:a="http://schemas.openxmlformats.org/drawingml/2006/main">
              <a:ext uri="{FF2B5EF4-FFF2-40B4-BE49-F238E27FC236}">
                <a16:creationId xmlns:a16="http://schemas.microsoft.com/office/drawing/2014/main" id="{A6FC2E92-410E-4999-B04D-6DA5B2BC9CB8}"/>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Claude API key</a:t>
            </a:r>
          </a:p>
        </p:txBody>
      </p:sp>
      <p:sp>
        <p:nvSpPr>
          <p:cNvPr id="9" name="Text 7">
            <a:extLst xmlns:a="http://schemas.openxmlformats.org/drawingml/2006/main">
              <a:ext uri="{FF2B5EF4-FFF2-40B4-BE49-F238E27FC236}">
                <a16:creationId xmlns:a16="http://schemas.microsoft.com/office/drawing/2014/main" id="{6E9B5265-06F6-49F5-8490-CAD67AC8913B}"/>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Claude Console (Anthropic) — keys start with sk-ant-</a:t>
            </a:r>
          </a:p>
        </p:txBody>
      </p:sp>
      <p:sp>
        <p:nvSpPr>
          <p:cNvPr id="10" name="Shape 8">
            <a:extLst xmlns:a="http://schemas.openxmlformats.org/drawingml/2006/main">
              <a:ext uri="{FF2B5EF4-FFF2-40B4-BE49-F238E27FC236}">
                <a16:creationId xmlns:a16="http://schemas.microsoft.com/office/drawing/2014/main" id="{798471DE-BBF2-4C3A-90FC-95C9B919B31D}"/>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B67B3194-73DC-42BA-AB7E-80D6A64D562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C8C5FF11-060A-4BEE-AD67-053F1F24910D}"/>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platform.claude.com — sign up or log in.</a:t>
            </a:r>
          </a:p>
        </p:txBody>
      </p:sp>
      <p:sp>
        <p:nvSpPr>
          <p:cNvPr id="13" name="Shape 11">
            <a:extLst xmlns:a="http://schemas.openxmlformats.org/drawingml/2006/main">
              <a:ext uri="{FF2B5EF4-FFF2-40B4-BE49-F238E27FC236}">
                <a16:creationId xmlns:a16="http://schemas.microsoft.com/office/drawing/2014/main" id="{D3DA9132-CCA2-44EE-96DE-E7F6B24F047D}"/>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3F675461-8B97-410B-A45B-469802B8EFCE}"/>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DD564006-9213-4638-9779-A07DD9595927}"/>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xmlns:a="http://schemas.openxmlformats.org/drawingml/2006/main">
              <a:ext uri="{FF2B5EF4-FFF2-40B4-BE49-F238E27FC236}">
                <a16:creationId xmlns:a16="http://schemas.microsoft.com/office/drawing/2014/main" id="{04D57174-0B82-4A50-89B7-1F1994AC42FE}"/>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17CEA51-3C88-422D-BB52-AE7F1209E4AA}"/>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F30D51C1-C261-4307-84BD-E45F0E93F5D2}"/>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886AFBB7-DEB3-4B51-A63A-7AF49B11019B}"/>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7192E76-842E-4A11-AFE9-60A81FD751EA}"/>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078096B1-F9BD-4D6C-BB79-B15012758E8E}"/>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xmlns:a="http://schemas.openxmlformats.org/drawingml/2006/main">
              <a:ext uri="{FF2B5EF4-FFF2-40B4-BE49-F238E27FC236}">
                <a16:creationId xmlns:a16="http://schemas.microsoft.com/office/drawing/2014/main" id="{6672575B-11D3-489C-AF68-8811DC72E098}"/>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EAE5BAAA-2E86-4FDF-9442-8748E5B261F5}"/>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6194F899-8601-47F5-B2C3-1D631847C47B}"/>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Tick both consent boxes in Step 5, then paste the key.</a:t>
            </a:r>
          </a:p>
        </p:txBody>
      </p:sp>
      <p:sp>
        <p:nvSpPr>
          <p:cNvPr id="25" name="Shape 23">
            <a:extLst xmlns:a="http://schemas.openxmlformats.org/drawingml/2006/main">
              <a:ext uri="{FF2B5EF4-FFF2-40B4-BE49-F238E27FC236}">
                <a16:creationId xmlns:a16="http://schemas.microsoft.com/office/drawing/2014/main" id="{C3BF3BB7-EB33-468E-A5C7-CC2F5A78AE47}"/>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3A1DE068-7FB2-4804-A3F5-7827A3A7A177}"/>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D97757"/>
          </a:solidFill>
          <a:ln xmlns:a="http://schemas.openxmlformats.org/drawingml/2006/main" w="12700">
            <a:solidFill>
              <a:srgbClr val="D97757"/>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bb9df64293d64c66"/>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BEEADFEE-4687-4C81-A17D-B4594467EEFE}"/>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Claude</a:t>
            </a:r>
          </a:p>
        </p:txBody>
      </p:sp>
      <p:sp>
        <p:nvSpPr>
          <p:cNvPr id="29" name="Text 26">
            <a:extLst xmlns:a="http://schemas.openxmlformats.org/drawingml/2006/main">
              <a:ext uri="{FF2B5EF4-FFF2-40B4-BE49-F238E27FC236}">
                <a16:creationId xmlns:a16="http://schemas.microsoft.com/office/drawing/2014/main" id="{70922EBA-A797-4A7A-8D9C-C161F31F0DA6}"/>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Anthropic</a:t>
            </a:r>
          </a:p>
        </p:txBody>
      </p:sp>
      <p:sp>
        <p:nvSpPr>
          <p:cNvPr id="30" name="Shape 27">
            <a:extLst xmlns:a="http://schemas.openxmlformats.org/drawingml/2006/main">
              <a:ext uri="{FF2B5EF4-FFF2-40B4-BE49-F238E27FC236}">
                <a16:creationId xmlns:a16="http://schemas.microsoft.com/office/drawing/2014/main" id="{327EF908-6FC4-47BD-9129-89334055F2A0}"/>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6BBE144E-BF8C-46F5-94BA-BA87E3E4B0E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sk-ant-…</a:t>
            </a:r>
          </a:p>
        </p:txBody>
      </p:sp>
      <p:sp>
        <p:nvSpPr>
          <p:cNvPr id="32" name="Text 29">
            <a:extLst xmlns:a="http://schemas.openxmlformats.org/drawingml/2006/main">
              <a:ext uri="{FF2B5EF4-FFF2-40B4-BE49-F238E27FC236}">
                <a16:creationId xmlns:a16="http://schemas.microsoft.com/office/drawing/2014/main" id="{DBBC406B-4CF1-4AE8-8C2B-018D66087910}"/>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sld>
</file>

<file path=ppt/slides/slide55.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FCBCED-5B9C-4A7F-8742-CE68FCD6007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2C6FC08-0C1E-4836-B762-97DD8CF75A48}"/>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1DFB227-8D0F-4FE0-B95F-0E055A65733A}"/>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API KEY  ·  OPENAI CHATGPT</a:t>
            </a:r>
          </a:p>
        </p:txBody>
      </p:sp>
      <p:sp>
        <p:nvSpPr>
          <p:cNvPr id="5" name="Shape 3">
            <a:extLst xmlns:a="http://schemas.openxmlformats.org/drawingml/2006/main">
              <a:ext uri="{FF2B5EF4-FFF2-40B4-BE49-F238E27FC236}">
                <a16:creationId xmlns:a16="http://schemas.microsoft.com/office/drawing/2014/main" id="{ED825DF6-A805-47AD-808A-432198F8B91E}"/>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3EE52D9-9362-4F68-8AB0-0E896E81301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2FE38B6-A985-45AE-AFD5-C0580573223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55 / 59</a:t>
            </a:r>
          </a:p>
        </p:txBody>
      </p:sp>
      <p:sp>
        <p:nvSpPr>
          <p:cNvPr id="8" name="Text 6">
            <a:extLst xmlns:a="http://schemas.openxmlformats.org/drawingml/2006/main">
              <a:ext uri="{FF2B5EF4-FFF2-40B4-BE49-F238E27FC236}">
                <a16:creationId xmlns:a16="http://schemas.microsoft.com/office/drawing/2014/main" id="{1F4593FE-E22F-4960-9317-F70721427F9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Get a ChatGPT (OpenAI) API key</a:t>
            </a:r>
          </a:p>
        </p:txBody>
      </p:sp>
      <p:sp>
        <p:nvSpPr>
          <p:cNvPr id="9" name="Text 7">
            <a:extLst xmlns:a="http://schemas.openxmlformats.org/drawingml/2006/main">
              <a:ext uri="{FF2B5EF4-FFF2-40B4-BE49-F238E27FC236}">
                <a16:creationId xmlns:a16="http://schemas.microsoft.com/office/drawing/2014/main" id="{5E136A64-1E8B-4596-B5BF-3F6483FAB632}"/>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OpenAI's developer platform — keys start with sk-</a:t>
            </a:r>
          </a:p>
        </p:txBody>
      </p:sp>
      <p:sp>
        <p:nvSpPr>
          <p:cNvPr id="10" name="Shape 8">
            <a:extLst xmlns:a="http://schemas.openxmlformats.org/drawingml/2006/main">
              <a:ext uri="{FF2B5EF4-FFF2-40B4-BE49-F238E27FC236}">
                <a16:creationId xmlns:a16="http://schemas.microsoft.com/office/drawing/2014/main" id="{3DAE9206-4F02-4DFD-A5FE-8587ED216EE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3B1593F-1C3A-423B-BB27-8593EE2E45FE}"/>
              </a:ext>
            </a:extLst>
          </p:cNvPr>
          <p:cNvSpPr>
            <a:spLocks xmlns:a="http://schemas.openxmlformats.org/drawingml/2006/main" noGrp="1"/>
          </p:cNvSpPr>
          <p:nvPr/>
        </p:nvSpPr>
        <p:spPr>
          <a:xfrm xmlns:a="http://schemas.openxmlformats.org/drawingml/2006/main">
            <a:off x="502920" y="187452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p>
        </p:txBody>
      </p:sp>
      <p:sp>
        <p:nvSpPr>
          <p:cNvPr id="12" name="Text 10">
            <a:extLst xmlns:a="http://schemas.openxmlformats.org/drawingml/2006/main">
              <a:ext uri="{FF2B5EF4-FFF2-40B4-BE49-F238E27FC236}">
                <a16:creationId xmlns:a16="http://schemas.microsoft.com/office/drawing/2014/main" id="{F94464D7-8C37-40C7-8D9E-5F794CE0B71A}"/>
              </a:ext>
            </a:extLst>
          </p:cNvPr>
          <p:cNvSpPr>
            <a:spLocks xmlns:a="http://schemas.openxmlformats.org/drawingml/2006/main" noGrp="1"/>
          </p:cNvSpPr>
          <p:nvPr/>
        </p:nvSpPr>
        <p:spPr>
          <a:xfrm xmlns:a="http://schemas.openxmlformats.org/drawingml/2006/main">
            <a:off x="978408" y="1828800"/>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Open platform.openai.com — sign up or log in.</a:t>
            </a:r>
          </a:p>
        </p:txBody>
      </p:sp>
      <p:sp>
        <p:nvSpPr>
          <p:cNvPr id="13" name="Shape 11">
            <a:extLst xmlns:a="http://schemas.openxmlformats.org/drawingml/2006/main">
              <a:ext uri="{FF2B5EF4-FFF2-40B4-BE49-F238E27FC236}">
                <a16:creationId xmlns:a16="http://schemas.microsoft.com/office/drawing/2014/main" id="{0A5D7364-5CDC-46CB-B48F-5943AEF01955}"/>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83C4AD83-593E-4A80-810E-4DFE7B1FE9A6}"/>
              </a:ext>
            </a:extLst>
          </p:cNvPr>
          <p:cNvSpPr>
            <a:spLocks xmlns:a="http://schemas.openxmlformats.org/drawingml/2006/main" noGrp="1"/>
          </p:cNvSpPr>
          <p:nvPr/>
        </p:nvSpPr>
        <p:spPr>
          <a:xfrm xmlns:a="http://schemas.openxmlformats.org/drawingml/2006/main">
            <a:off x="502920" y="235000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p>
        </p:txBody>
      </p:sp>
      <p:sp>
        <p:nvSpPr>
          <p:cNvPr id="15" name="Text 13">
            <a:extLst xmlns:a="http://schemas.openxmlformats.org/drawingml/2006/main">
              <a:ext uri="{FF2B5EF4-FFF2-40B4-BE49-F238E27FC236}">
                <a16:creationId xmlns:a16="http://schemas.microsoft.com/office/drawing/2014/main" id="{EBA854A9-EA51-45E3-AE91-376E56CD8899}"/>
              </a:ext>
            </a:extLst>
          </p:cNvPr>
          <p:cNvSpPr>
            <a:spLocks xmlns:a="http://schemas.openxmlformats.org/drawingml/2006/main" noGrp="1"/>
          </p:cNvSpPr>
          <p:nvPr/>
        </p:nvSpPr>
        <p:spPr>
          <a:xfrm xmlns:a="http://schemas.openxmlformats.org/drawingml/2006/main">
            <a:off x="978408" y="2304288"/>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xmlns:a="http://schemas.openxmlformats.org/drawingml/2006/main">
              <a:ext uri="{FF2B5EF4-FFF2-40B4-BE49-F238E27FC236}">
                <a16:creationId xmlns:a16="http://schemas.microsoft.com/office/drawing/2014/main" id="{9D321A3C-39DA-4047-AD46-99355BBD2ACC}"/>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A5913C2-A961-46DC-AB2E-83BB01990555}"/>
              </a:ext>
            </a:extLst>
          </p:cNvPr>
          <p:cNvSpPr>
            <a:spLocks xmlns:a="http://schemas.openxmlformats.org/drawingml/2006/main" noGrp="1"/>
          </p:cNvSpPr>
          <p:nvPr/>
        </p:nvSpPr>
        <p:spPr>
          <a:xfrm xmlns:a="http://schemas.openxmlformats.org/drawingml/2006/main">
            <a:off x="502920" y="28254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p>
        </p:txBody>
      </p:sp>
      <p:sp>
        <p:nvSpPr>
          <p:cNvPr id="18" name="Text 16">
            <a:extLst xmlns:a="http://schemas.openxmlformats.org/drawingml/2006/main">
              <a:ext uri="{FF2B5EF4-FFF2-40B4-BE49-F238E27FC236}">
                <a16:creationId xmlns:a16="http://schemas.microsoft.com/office/drawing/2014/main" id="{40933DC0-3835-4128-A98E-A29B5B59A6F5}"/>
              </a:ext>
            </a:extLst>
          </p:cNvPr>
          <p:cNvSpPr>
            <a:spLocks xmlns:a="http://schemas.openxmlformats.org/drawingml/2006/main" noGrp="1"/>
          </p:cNvSpPr>
          <p:nvPr/>
        </p:nvSpPr>
        <p:spPr>
          <a:xfrm xmlns:a="http://schemas.openxmlformats.org/drawingml/2006/main">
            <a:off x="978408" y="2779776"/>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Create a new key — give it a name and copy it.</a:t>
            </a:r>
          </a:p>
        </p:txBody>
      </p:sp>
      <p:sp>
        <p:nvSpPr>
          <p:cNvPr id="19" name="Shape 17">
            <a:extLst xmlns:a="http://schemas.openxmlformats.org/drawingml/2006/main">
              <a:ext uri="{FF2B5EF4-FFF2-40B4-BE49-F238E27FC236}">
                <a16:creationId xmlns:a16="http://schemas.microsoft.com/office/drawing/2014/main" id="{11EC3D35-AE55-42A3-81B6-E2F44C015DB6}"/>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54626CFC-6D56-4144-B3EE-ECEA7EC17888}"/>
              </a:ext>
            </a:extLst>
          </p:cNvPr>
          <p:cNvSpPr>
            <a:spLocks xmlns:a="http://schemas.openxmlformats.org/drawingml/2006/main" noGrp="1"/>
          </p:cNvSpPr>
          <p:nvPr/>
        </p:nvSpPr>
        <p:spPr>
          <a:xfrm xmlns:a="http://schemas.openxmlformats.org/drawingml/2006/main">
            <a:off x="502920" y="330098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p>
        </p:txBody>
      </p:sp>
      <p:sp>
        <p:nvSpPr>
          <p:cNvPr id="21" name="Text 19">
            <a:extLst xmlns:a="http://schemas.openxmlformats.org/drawingml/2006/main">
              <a:ext uri="{FF2B5EF4-FFF2-40B4-BE49-F238E27FC236}">
                <a16:creationId xmlns:a16="http://schemas.microsoft.com/office/drawing/2014/main" id="{81A80A4A-B72E-4EA3-9888-6D745C3ED32F}"/>
              </a:ext>
            </a:extLst>
          </p:cNvPr>
          <p:cNvSpPr>
            <a:spLocks xmlns:a="http://schemas.openxmlformats.org/drawingml/2006/main" noGrp="1"/>
          </p:cNvSpPr>
          <p:nvPr/>
        </p:nvSpPr>
        <p:spPr>
          <a:xfrm xmlns:a="http://schemas.openxmlformats.org/drawingml/2006/main">
            <a:off x="978408" y="3255264"/>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xmlns:a="http://schemas.openxmlformats.org/drawingml/2006/main">
              <a:ext uri="{FF2B5EF4-FFF2-40B4-BE49-F238E27FC236}">
                <a16:creationId xmlns:a16="http://schemas.microsoft.com/office/drawing/2014/main" id="{839A507B-225D-4D8F-B7E8-2DB34EE7759B}"/>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AED9191-D4CC-42B6-83BC-4FDC778CDCA0}"/>
              </a:ext>
            </a:extLst>
          </p:cNvPr>
          <p:cNvSpPr>
            <a:spLocks xmlns:a="http://schemas.openxmlformats.org/drawingml/2006/main" noGrp="1"/>
          </p:cNvSpPr>
          <p:nvPr/>
        </p:nvSpPr>
        <p:spPr>
          <a:xfrm xmlns:a="http://schemas.openxmlformats.org/drawingml/2006/main">
            <a:off x="502920" y="377647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p>
        </p:txBody>
      </p:sp>
      <p:sp>
        <p:nvSpPr>
          <p:cNvPr id="24" name="Text 22">
            <a:extLst xmlns:a="http://schemas.openxmlformats.org/drawingml/2006/main">
              <a:ext uri="{FF2B5EF4-FFF2-40B4-BE49-F238E27FC236}">
                <a16:creationId xmlns:a16="http://schemas.microsoft.com/office/drawing/2014/main" id="{769C1E46-5E47-4630-8F74-72017E47BB13}"/>
              </a:ext>
            </a:extLst>
          </p:cNvPr>
          <p:cNvSpPr>
            <a:spLocks xmlns:a="http://schemas.openxmlformats.org/drawingml/2006/main" noGrp="1"/>
          </p:cNvSpPr>
          <p:nvPr/>
        </p:nvSpPr>
        <p:spPr>
          <a:xfrm xmlns:a="http://schemas.openxmlformats.org/drawingml/2006/main">
            <a:off x="978408" y="3730752"/>
            <a:ext cx="4846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F1E3F"/>
                </a:solidFill>
                <a:latin typeface="Calibri"/>
                <a:ea typeface="Calibri"/>
                <a:cs typeface="Calibri"/>
              </a:rPr>
              <a:t>Tick both consent boxes in Step 5, then paste the key.</a:t>
            </a:r>
          </a:p>
        </p:txBody>
      </p:sp>
      <p:sp>
        <p:nvSpPr>
          <p:cNvPr id="25" name="Shape 23">
            <a:extLst xmlns:a="http://schemas.openxmlformats.org/drawingml/2006/main">
              <a:ext uri="{FF2B5EF4-FFF2-40B4-BE49-F238E27FC236}">
                <a16:creationId xmlns:a16="http://schemas.microsoft.com/office/drawing/2014/main" id="{F0098F16-81C4-4EB7-963A-F7C44CE0AD5A}"/>
              </a:ext>
            </a:extLst>
          </p:cNvPr>
          <p:cNvSpPr>
            <a:spLocks xmlns:a="http://schemas.openxmlformats.org/drawingml/2006/main" noGrp="1"/>
          </p:cNvSpPr>
          <p:nvPr/>
        </p:nvSpPr>
        <p:spPr>
          <a:xfrm xmlns:a="http://schemas.openxmlformats.org/drawingml/2006/main">
            <a:off x="6309360" y="1828800"/>
            <a:ext cx="233172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AD8B7894-0D15-43D7-9BD3-01C3A0EDA0BB}"/>
              </a:ext>
            </a:extLst>
          </p:cNvPr>
          <p:cNvSpPr>
            <a:spLocks xmlns:a="http://schemas.openxmlformats.org/drawingml/2006/main" noGrp="1"/>
          </p:cNvSpPr>
          <p:nvPr/>
        </p:nvSpPr>
        <p:spPr>
          <a:xfrm xmlns:a="http://schemas.openxmlformats.org/drawingml/2006/main">
            <a:off x="6309360" y="1828800"/>
            <a:ext cx="2331720" cy="91440"/>
          </a:xfrm>
          <a:prstGeom xmlns:a="http://schemas.openxmlformats.org/drawingml/2006/main" prst="rect">
            <a:avLst/>
          </a:prstGeom>
          <a:solidFill xmlns:a="http://schemas.openxmlformats.org/drawingml/2006/main">
            <a:srgbClr val="10A37F"/>
          </a:solidFill>
          <a:ln xmlns:a="http://schemas.openxmlformats.org/drawingml/2006/main" w="12700">
            <a:solidFill>
              <a:srgbClr val="10A37F"/>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6e767819daca4717"/>
          <a:stretch xmlns:a="http://schemas.openxmlformats.org/drawingml/2006/main">
            <a:fillRect l="0" t="0" r="0" b="0"/>
          </a:stretch>
        </p:blipFill>
        <p:spPr>
          <a:xfrm xmlns:a="http://schemas.openxmlformats.org/drawingml/2006/main">
            <a:off x="7200900" y="2331720"/>
            <a:ext cx="548640" cy="548640"/>
          </a:xfrm>
          <a:prstGeom xmlns:a="http://schemas.openxmlformats.org/drawingml/2006/main" prst="rect">
            <a:avLst/>
          </a:prstGeom>
        </p:spPr>
      </p:pic>
      <p:sp>
        <p:nvSpPr>
          <p:cNvPr id="28" name="Text 25">
            <a:extLst xmlns:a="http://schemas.openxmlformats.org/drawingml/2006/main">
              <a:ext uri="{FF2B5EF4-FFF2-40B4-BE49-F238E27FC236}">
                <a16:creationId xmlns:a16="http://schemas.microsoft.com/office/drawing/2014/main" id="{EDBE7A50-EBAE-445B-81F1-31AE36E11D02}"/>
              </a:ext>
            </a:extLst>
          </p:cNvPr>
          <p:cNvSpPr>
            <a:spLocks xmlns:a="http://schemas.openxmlformats.org/drawingml/2006/main" noGrp="1"/>
          </p:cNvSpPr>
          <p:nvPr/>
        </p:nvSpPr>
        <p:spPr>
          <a:xfrm xmlns:a="http://schemas.openxmlformats.org/drawingml/2006/main">
            <a:off x="6537960" y="3017520"/>
            <a:ext cx="1874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ChatGPT</a:t>
            </a:r>
          </a:p>
        </p:txBody>
      </p:sp>
      <p:sp>
        <p:nvSpPr>
          <p:cNvPr id="29" name="Text 26">
            <a:extLst xmlns:a="http://schemas.openxmlformats.org/drawingml/2006/main">
              <a:ext uri="{FF2B5EF4-FFF2-40B4-BE49-F238E27FC236}">
                <a16:creationId xmlns:a16="http://schemas.microsoft.com/office/drawing/2014/main" id="{C47C3FA6-37DE-40F1-A614-1C36D65D9FC9}"/>
              </a:ext>
            </a:extLst>
          </p:cNvPr>
          <p:cNvSpPr>
            <a:spLocks xmlns:a="http://schemas.openxmlformats.org/drawingml/2006/main" noGrp="1"/>
          </p:cNvSpPr>
          <p:nvPr/>
        </p:nvSpPr>
        <p:spPr>
          <a:xfrm xmlns:a="http://schemas.openxmlformats.org/drawingml/2006/main">
            <a:off x="6537960" y="3429000"/>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OpenAI</a:t>
            </a:r>
          </a:p>
        </p:txBody>
      </p:sp>
      <p:sp>
        <p:nvSpPr>
          <p:cNvPr id="30" name="Shape 27">
            <a:extLst xmlns:a="http://schemas.openxmlformats.org/drawingml/2006/main">
              <a:ext uri="{FF2B5EF4-FFF2-40B4-BE49-F238E27FC236}">
                <a16:creationId xmlns:a16="http://schemas.microsoft.com/office/drawing/2014/main" id="{25630890-6DE2-4BB5-96DB-846A635C1043}"/>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8">
            <a:extLst xmlns:a="http://schemas.openxmlformats.org/drawingml/2006/main">
              <a:ext uri="{FF2B5EF4-FFF2-40B4-BE49-F238E27FC236}">
                <a16:creationId xmlns:a16="http://schemas.microsoft.com/office/drawing/2014/main" id="{FDC68B66-2F83-4693-9C44-2B13E7B82055}"/>
              </a:ext>
            </a:extLst>
          </p:cNvPr>
          <p:cNvSpPr>
            <a:spLocks xmlns:a="http://schemas.openxmlformats.org/drawingml/2006/main" noGrp="1"/>
          </p:cNvSpPr>
          <p:nvPr/>
        </p:nvSpPr>
        <p:spPr>
          <a:xfrm xmlns:a="http://schemas.openxmlformats.org/drawingml/2006/main">
            <a:off x="6537960" y="3840480"/>
            <a:ext cx="1874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CADCFC"/>
                </a:solidFill>
                <a:latin typeface="Consolas"/>
                <a:ea typeface="Consolas"/>
                <a:cs typeface="Consolas"/>
              </a:rPr>
              <a:t>sk-…</a:t>
            </a:r>
          </a:p>
        </p:txBody>
      </p:sp>
      <p:sp>
        <p:nvSpPr>
          <p:cNvPr id="32" name="Text 29">
            <a:extLst xmlns:a="http://schemas.openxmlformats.org/drawingml/2006/main">
              <a:ext uri="{FF2B5EF4-FFF2-40B4-BE49-F238E27FC236}">
                <a16:creationId xmlns:a16="http://schemas.microsoft.com/office/drawing/2014/main" id="{F09A44A1-BD8E-4EE5-999B-71E994503C03}"/>
              </a:ext>
            </a:extLst>
          </p:cNvPr>
          <p:cNvSpPr>
            <a:spLocks xmlns:a="http://schemas.openxmlformats.org/drawingml/2006/main" noGrp="1"/>
          </p:cNvSpPr>
          <p:nvPr/>
        </p:nvSpPr>
        <p:spPr>
          <a:xfrm xmlns:a="http://schemas.openxmlformats.org/drawingml/2006/main">
            <a:off x="6537960" y="4315968"/>
            <a:ext cx="1874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sld>
</file>

<file path=ppt/slides/slide56.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99C153-E3A5-4E83-B00A-9F861FD2F7CF}"/>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9B32C7D-A546-4896-8419-ECC80A215FFA}"/>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D3BEB381-39A0-417D-ADB4-B83D51504A4B}"/>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D228D9C2-7E27-478F-8C20-CF59571ECEF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FD6C87BB-6603-4259-9D0B-9B05C2F99F5F}"/>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71BC7369-9FF1-4F66-81C1-2A960CA3FE89}"/>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56 / 59</a:t>
            </a:r>
          </a:p>
        </p:txBody>
      </p:sp>
      <p:sp>
        <p:nvSpPr>
          <p:cNvPr id="8" name="Text 6">
            <a:extLst xmlns:a="http://schemas.openxmlformats.org/drawingml/2006/main">
              <a:ext uri="{FF2B5EF4-FFF2-40B4-BE49-F238E27FC236}">
                <a16:creationId xmlns:a16="http://schemas.microsoft.com/office/drawing/2014/main" id="{602D645F-2066-434F-A79C-5CDDC35A5C4E}"/>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Enable the AI Assistant in the app</a:t>
            </a:r>
          </a:p>
        </p:txBody>
      </p:sp>
      <p:sp>
        <p:nvSpPr>
          <p:cNvPr id="9" name="Text 7">
            <a:extLst xmlns:a="http://schemas.openxmlformats.org/drawingml/2006/main">
              <a:ext uri="{FF2B5EF4-FFF2-40B4-BE49-F238E27FC236}">
                <a16:creationId xmlns:a16="http://schemas.microsoft.com/office/drawing/2014/main" id="{E73DFCE0-C26A-4FFD-A487-F5C52267F22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xmlns:a="http://schemas.openxmlformats.org/drawingml/2006/main">
              <a:ext uri="{FF2B5EF4-FFF2-40B4-BE49-F238E27FC236}">
                <a16:creationId xmlns:a16="http://schemas.microsoft.com/office/drawing/2014/main" id="{759AAE02-0980-4791-B5CD-8EF19E276E98}"/>
              </a:ext>
            </a:extLst>
          </p:cNvPr>
          <p:cNvSpPr>
            <a:spLocks xmlns:a="http://schemas.openxmlformats.org/drawingml/2006/main" noGrp="1"/>
          </p:cNvSpPr>
          <p:nvPr/>
        </p:nvSpPr>
        <p:spPr>
          <a:xfrm xmlns:a="http://schemas.openxmlformats.org/drawingml/2006/main">
            <a:off x="502920" y="1737360"/>
            <a:ext cx="3931920" cy="301752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E0C14EF-34B0-445C-A6D7-AEDB0E7C9A24}"/>
              </a:ext>
            </a:extLst>
          </p:cNvPr>
          <p:cNvSpPr>
            <a:spLocks xmlns:a="http://schemas.openxmlformats.org/drawingml/2006/main" noGrp="1"/>
          </p:cNvSpPr>
          <p:nvPr/>
        </p:nvSpPr>
        <p:spPr>
          <a:xfrm xmlns:a="http://schemas.openxmlformats.org/drawingml/2006/main">
            <a:off x="777240" y="1920240"/>
            <a:ext cx="3383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AI Assistant (optional)</a:t>
            </a:r>
          </a:p>
        </p:txBody>
      </p:sp>
      <p:sp>
        <p:nvSpPr>
          <p:cNvPr id="12" name="Text 10">
            <a:extLst xmlns:a="http://schemas.openxmlformats.org/drawingml/2006/main">
              <a:ext uri="{FF2B5EF4-FFF2-40B4-BE49-F238E27FC236}">
                <a16:creationId xmlns:a16="http://schemas.microsoft.com/office/drawing/2014/main" id="{94E62D36-FD69-46A0-9D87-C6153A31A9EC}"/>
              </a:ext>
            </a:extLst>
          </p:cNvPr>
          <p:cNvSpPr>
            <a:spLocks xmlns:a="http://schemas.openxmlformats.org/drawingml/2006/main" noGrp="1"/>
          </p:cNvSpPr>
          <p:nvPr/>
        </p:nvSpPr>
        <p:spPr>
          <a:xfrm xmlns:a="http://schemas.openxmlformats.org/drawingml/2006/main">
            <a:off x="777240" y="2240280"/>
            <a:ext cx="33832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265176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Shape 11">
            <a:extLst xmlns:a="http://schemas.openxmlformats.org/drawingml/2006/main">
              <a:ext uri="{FF2B5EF4-FFF2-40B4-BE49-F238E27FC236}">
                <a16:creationId xmlns:a16="http://schemas.microsoft.com/office/drawing/2014/main" id="{A1FD5F3B-6CCC-4400-A98B-F589BDB08435}"/>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265176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42" name="Text 12">
            <a:extLst xmlns:a="http://schemas.openxmlformats.org/drawingml/2006/main">
              <a:ext uri="{FF2B5EF4-FFF2-40B4-BE49-F238E27FC236}">
                <a16:creationId xmlns:a16="http://schemas.microsoft.com/office/drawing/2014/main" id="{A2C3FB0B-E51F-4CD6-8CD9-9FAB1BA4A881}"/>
              </a:ext>
            </a:extLst>
          </p:cNvPr>
          <p:cNvSpPr>
            <a:spLocks xmlns:a="http://schemas.openxmlformats.org/drawingml/2006/main" noGrp="1"/>
          </p:cNvSpPr>
          <p:nvPr/>
        </p:nvSpPr>
        <p:spPr>
          <a:xfrm xmlns:a="http://schemas.openxmlformats.org/drawingml/2006/main">
            <a:off x="777240"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a:t>
            </a:r>
          </a:p>
        </p:txBody>
      </p:sp>
      <p:sp>
        <p:nvSpPr>
          <p:cNvPr id="15"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606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Enable AI Assistant</a:t>
            </a:r>
          </a:p>
        </p:txBody>
      </p:sp>
      <p:sp>
        <p:nvSpPr>
          <p:cNvPr id="43" name="Text 13">
            <a:extLst xmlns:a="http://schemas.openxmlformats.org/drawingml/2006/main">
              <a:ext uri="{FF2B5EF4-FFF2-40B4-BE49-F238E27FC236}">
                <a16:creationId xmlns:a16="http://schemas.microsoft.com/office/drawing/2014/main" id="{7DF189F2-847F-4FCE-9E72-B4B8C5FCDA0A}"/>
              </a:ext>
            </a:extLst>
          </p:cNvPr>
          <p:cNvSpPr>
            <a:spLocks xmlns:a="http://schemas.openxmlformats.org/drawingml/2006/main" noGrp="1"/>
          </p:cNvSpPr>
          <p:nvPr/>
        </p:nvSpPr>
        <p:spPr>
          <a:xfrm xmlns:a="http://schemas.openxmlformats.org/drawingml/2006/main">
            <a:off x="1051560" y="297180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F1E3F"/>
                </a:solidFill>
                <a:latin typeface="Calibri"/>
                <a:ea typeface="Calibri"/>
                <a:cs typeface="Calibri"/>
              </a:rPr>
              <a:t>I understand aggregate results go to the provider</a:t>
            </a:r>
          </a:p>
        </p:txBody>
      </p:sp>
      <p:sp>
        <p:nvSpPr>
          <p:cNvPr id="16" name="Text 14">
            <a:extLst xmlns:a="http://schemas.openxmlformats.org/drawingml/2006/main">
              <a:ext uri="{FF2B5EF4-FFF2-40B4-BE49-F238E27FC236}">
                <a16:creationId xmlns:a16="http://schemas.microsoft.com/office/drawing/2014/main" id="{5B2757D8-C3DA-45B3-A358-FE3777E419AA}"/>
              </a:ext>
            </a:extLst>
          </p:cNvPr>
          <p:cNvSpPr>
            <a:spLocks xmlns:a="http://schemas.openxmlformats.org/drawingml/2006/main" noGrp="1"/>
          </p:cNvSpPr>
          <p:nvPr/>
        </p:nvSpPr>
        <p:spPr>
          <a:xfrm xmlns:a="http://schemas.openxmlformats.org/drawingml/2006/main">
            <a:off x="777240" y="338328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API Key</a:t>
            </a:r>
          </a:p>
        </p:txBody>
      </p:sp>
      <p:sp>
        <p:nvSpPr>
          <p:cNvPr id="17" name="Shape 15">
            <a:extLst xmlns:a="http://schemas.openxmlformats.org/drawingml/2006/main">
              <a:ext uri="{FF2B5EF4-FFF2-40B4-BE49-F238E27FC236}">
                <a16:creationId xmlns:a16="http://schemas.microsoft.com/office/drawing/2014/main" id="{E31DC530-F0D9-48B6-9F84-D025BAD7AC17}"/>
              </a:ext>
            </a:extLst>
          </p:cNvPr>
          <p:cNvSpPr>
            <a:spLocks xmlns:a="http://schemas.openxmlformats.org/drawingml/2006/main" noGrp="1"/>
          </p:cNvSpPr>
          <p:nvPr/>
        </p:nvSpPr>
        <p:spPr>
          <a:xfrm xmlns:a="http://schemas.openxmlformats.org/drawingml/2006/main">
            <a:off x="777240" y="363931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E3AA5900-F550-4093-B800-7D6F2E1874D9}"/>
              </a:ext>
            </a:extLst>
          </p:cNvPr>
          <p:cNvSpPr>
            <a:spLocks xmlns:a="http://schemas.openxmlformats.org/drawingml/2006/main" noGrp="1"/>
          </p:cNvSpPr>
          <p:nvPr/>
        </p:nvSpPr>
        <p:spPr>
          <a:xfrm xmlns:a="http://schemas.openxmlformats.org/drawingml/2006/main">
            <a:off x="868680" y="3639312"/>
            <a:ext cx="3200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onsolas"/>
                <a:ea typeface="Consolas"/>
                <a:cs typeface="Consolas"/>
              </a:rPr>
              <a:t>sk-ant-••••••••••••••••</a:t>
            </a:r>
          </a:p>
        </p:txBody>
      </p:sp>
      <p:sp>
        <p:nvSpPr>
          <p:cNvPr id="19" name="Text 17">
            <a:extLst xmlns:a="http://schemas.openxmlformats.org/drawingml/2006/main">
              <a:ext uri="{FF2B5EF4-FFF2-40B4-BE49-F238E27FC236}">
                <a16:creationId xmlns:a16="http://schemas.microsoft.com/office/drawing/2014/main" id="{2DBD7C09-1CEA-4DBC-B55A-D5F97FE19B81}"/>
              </a:ext>
            </a:extLst>
          </p:cNvPr>
          <p:cNvSpPr>
            <a:spLocks xmlns:a="http://schemas.openxmlformats.org/drawingml/2006/main" noGrp="1"/>
          </p:cNvSpPr>
          <p:nvPr/>
        </p:nvSpPr>
        <p:spPr>
          <a:xfrm xmlns:a="http://schemas.openxmlformats.org/drawingml/2006/main">
            <a:off x="777240" y="4023360"/>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F1E3F"/>
                </a:solidFill>
                <a:latin typeface="Calibri"/>
                <a:ea typeface="Calibri"/>
                <a:cs typeface="Calibri"/>
              </a:rPr>
              <a:t>Language</a:t>
            </a:r>
          </a:p>
        </p:txBody>
      </p:sp>
      <p:sp>
        <p:nvSpPr>
          <p:cNvPr id="20" name="Shape 18">
            <a:extLst xmlns:a="http://schemas.openxmlformats.org/drawingml/2006/main">
              <a:ext uri="{FF2B5EF4-FFF2-40B4-BE49-F238E27FC236}">
                <a16:creationId xmlns:a16="http://schemas.microsoft.com/office/drawing/2014/main" id="{4D2A113A-86FA-4A40-8FA0-F40013C7A2EB}"/>
              </a:ext>
            </a:extLst>
          </p:cNvPr>
          <p:cNvSpPr>
            <a:spLocks xmlns:a="http://schemas.openxmlformats.org/drawingml/2006/main" noGrp="1"/>
          </p:cNvSpPr>
          <p:nvPr/>
        </p:nvSpPr>
        <p:spPr>
          <a:xfrm xmlns:a="http://schemas.openxmlformats.org/drawingml/2006/main">
            <a:off x="777240" y="4279392"/>
            <a:ext cx="3383280" cy="347472"/>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7A203F8F-4C4C-4C39-AE72-3821D84453BF}"/>
              </a:ext>
            </a:extLst>
          </p:cNvPr>
          <p:cNvSpPr>
            <a:spLocks xmlns:a="http://schemas.openxmlformats.org/drawingml/2006/main" noGrp="1"/>
          </p:cNvSpPr>
          <p:nvPr/>
        </p:nvSpPr>
        <p:spPr>
          <a:xfrm xmlns:a="http://schemas.openxmlformats.org/drawingml/2006/main">
            <a:off x="868680" y="4279392"/>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F1E3F"/>
                </a:solidFill>
                <a:latin typeface="Calibri"/>
                <a:ea typeface="Calibri"/>
                <a:cs typeface="Calibri"/>
              </a:rPr>
              <a:t>English</a:t>
            </a:r>
          </a:p>
        </p:txBody>
      </p:sp>
      <p:sp>
        <p:nvSpPr>
          <p:cNvPr id="22" name="Text 20">
            <a:extLst xmlns:a="http://schemas.openxmlformats.org/drawingml/2006/main">
              <a:ext uri="{FF2B5EF4-FFF2-40B4-BE49-F238E27FC236}">
                <a16:creationId xmlns:a16="http://schemas.microsoft.com/office/drawing/2014/main" id="{4365332F-8255-40E0-8482-90211C473758}"/>
              </a:ext>
            </a:extLst>
          </p:cNvPr>
          <p:cNvSpPr>
            <a:spLocks xmlns:a="http://schemas.openxmlformats.org/drawingml/2006/main" noGrp="1"/>
          </p:cNvSpPr>
          <p:nvPr/>
        </p:nvSpPr>
        <p:spPr>
          <a:xfrm xmlns:a="http://schemas.openxmlformats.org/drawingml/2006/main">
            <a:off x="3931920" y="4279392"/>
            <a:ext cx="228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43578A"/>
                </a:solidFill>
                <a:latin typeface="Calibri"/>
                <a:ea typeface="Calibri"/>
                <a:cs typeface="Calibri"/>
              </a:rPr>
              <a:t>▾</a:t>
            </a:r>
          </a:p>
        </p:txBody>
      </p:sp>
      <p:sp>
        <p:nvSpPr>
          <p:cNvPr id="23" name="Shape 21">
            <a:extLst xmlns:a="http://schemas.openxmlformats.org/drawingml/2006/main">
              <a:ext uri="{FF2B5EF4-FFF2-40B4-BE49-F238E27FC236}">
                <a16:creationId xmlns:a16="http://schemas.microsoft.com/office/drawing/2014/main" id="{F4718779-8CFB-4520-8FE5-E15826EECB43}"/>
              </a:ext>
            </a:extLst>
          </p:cNvPr>
          <p:cNvSpPr>
            <a:spLocks xmlns:a="http://schemas.openxmlformats.org/drawingml/2006/main" noGrp="1"/>
          </p:cNvSpPr>
          <p:nvPr/>
        </p:nvSpPr>
        <p:spPr>
          <a:xfrm xmlns:a="http://schemas.openxmlformats.org/drawingml/2006/main">
            <a:off x="4754880" y="1828800"/>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F45E478D-7E63-47D3-8970-D1AB6E7C0554}"/>
              </a:ext>
            </a:extLst>
          </p:cNvPr>
          <p:cNvSpPr>
            <a:spLocks xmlns:a="http://schemas.openxmlformats.org/drawingml/2006/main" noGrp="1"/>
          </p:cNvSpPr>
          <p:nvPr/>
        </p:nvSpPr>
        <p:spPr>
          <a:xfrm xmlns:a="http://schemas.openxmlformats.org/drawingml/2006/main">
            <a:off x="4754880" y="1828800"/>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FEEFD9B4-EF3E-4569-895D-232CD8983A90}"/>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04A58BAD-D755-476A-99CA-0077B01AF4E4}"/>
              </a:ext>
            </a:extLst>
          </p:cNvPr>
          <p:cNvSpPr>
            <a:spLocks xmlns:a="http://schemas.openxmlformats.org/drawingml/2006/main" noGrp="1"/>
          </p:cNvSpPr>
          <p:nvPr/>
        </p:nvSpPr>
        <p:spPr>
          <a:xfrm xmlns:a="http://schemas.openxmlformats.org/drawingml/2006/main">
            <a:off x="4956048" y="202996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p>
        </p:txBody>
      </p:sp>
      <p:sp>
        <p:nvSpPr>
          <p:cNvPr id="27" name="Text 25">
            <a:extLst xmlns:a="http://schemas.openxmlformats.org/drawingml/2006/main">
              <a:ext uri="{FF2B5EF4-FFF2-40B4-BE49-F238E27FC236}">
                <a16:creationId xmlns:a16="http://schemas.microsoft.com/office/drawing/2014/main" id="{B813D38D-4DFC-49FA-9B47-ADFD27810369}"/>
              </a:ext>
            </a:extLst>
          </p:cNvPr>
          <p:cNvSpPr>
            <a:spLocks xmlns:a="http://schemas.openxmlformats.org/drawingml/2006/main" noGrp="1"/>
          </p:cNvSpPr>
          <p:nvPr/>
        </p:nvSpPr>
        <p:spPr>
          <a:xfrm xmlns:a="http://schemas.openxmlformats.org/drawingml/2006/main">
            <a:off x="5532120" y="1965960"/>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Enable AI and acknowledge the external transfer</a:t>
            </a:r>
          </a:p>
        </p:txBody>
      </p:sp>
      <p:sp>
        <p:nvSpPr>
          <p:cNvPr id="28" name="Text 26">
            <a:extLst xmlns:a="http://schemas.openxmlformats.org/drawingml/2006/main">
              <a:ext uri="{FF2B5EF4-FFF2-40B4-BE49-F238E27FC236}">
                <a16:creationId xmlns:a16="http://schemas.microsoft.com/office/drawing/2014/main" id="{0CDFB028-F64C-48E2-96B5-9D276D052293}"/>
              </a:ext>
            </a:extLst>
          </p:cNvPr>
          <p:cNvSpPr>
            <a:spLocks xmlns:a="http://schemas.openxmlformats.org/drawingml/2006/main" noGrp="1"/>
          </p:cNvSpPr>
          <p:nvPr/>
        </p:nvSpPr>
        <p:spPr>
          <a:xfrm xmlns:a="http://schemas.openxmlformats.org/drawingml/2006/main">
            <a:off x="5532120" y="2267712"/>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Both controls are required before key entry.</a:t>
            </a:r>
          </a:p>
        </p:txBody>
      </p:sp>
      <p:sp>
        <p:nvSpPr>
          <p:cNvPr id="29" name="Shape 27">
            <a:extLst xmlns:a="http://schemas.openxmlformats.org/drawingml/2006/main">
              <a:ext uri="{FF2B5EF4-FFF2-40B4-BE49-F238E27FC236}">
                <a16:creationId xmlns:a16="http://schemas.microsoft.com/office/drawing/2014/main" id="{D8C4C79D-CF5A-4808-B767-B7A2BD5D05DF}"/>
              </a:ext>
            </a:extLst>
          </p:cNvPr>
          <p:cNvSpPr>
            <a:spLocks xmlns:a="http://schemas.openxmlformats.org/drawingml/2006/main" noGrp="1"/>
          </p:cNvSpPr>
          <p:nvPr/>
        </p:nvSpPr>
        <p:spPr>
          <a:xfrm xmlns:a="http://schemas.openxmlformats.org/drawingml/2006/main">
            <a:off x="4754880" y="2770632"/>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AAA93CF5-EADB-47B1-8BA1-302BFEDF620D}"/>
              </a:ext>
            </a:extLst>
          </p:cNvPr>
          <p:cNvSpPr>
            <a:spLocks xmlns:a="http://schemas.openxmlformats.org/drawingml/2006/main" noGrp="1"/>
          </p:cNvSpPr>
          <p:nvPr/>
        </p:nvSpPr>
        <p:spPr>
          <a:xfrm xmlns:a="http://schemas.openxmlformats.org/drawingml/2006/main">
            <a:off x="4754880" y="2770632"/>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406502C0-8C27-47A5-8AD0-2ACBAE21026D}"/>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7C64568-2FF3-4604-8F68-9EDE758FB469}"/>
              </a:ext>
            </a:extLst>
          </p:cNvPr>
          <p:cNvSpPr>
            <a:spLocks xmlns:a="http://schemas.openxmlformats.org/drawingml/2006/main" noGrp="1"/>
          </p:cNvSpPr>
          <p:nvPr/>
        </p:nvSpPr>
        <p:spPr>
          <a:xfrm xmlns:a="http://schemas.openxmlformats.org/drawingml/2006/main">
            <a:off x="4956048" y="29718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p>
        </p:txBody>
      </p:sp>
      <p:sp>
        <p:nvSpPr>
          <p:cNvPr id="33" name="Text 31">
            <a:extLst xmlns:a="http://schemas.openxmlformats.org/drawingml/2006/main">
              <a:ext uri="{FF2B5EF4-FFF2-40B4-BE49-F238E27FC236}">
                <a16:creationId xmlns:a16="http://schemas.microsoft.com/office/drawing/2014/main" id="{18E8CE68-087B-4677-A031-84BE7405CB8D}"/>
              </a:ext>
            </a:extLst>
          </p:cNvPr>
          <p:cNvSpPr>
            <a:spLocks xmlns:a="http://schemas.openxmlformats.org/drawingml/2006/main" noGrp="1"/>
          </p:cNvSpPr>
          <p:nvPr/>
        </p:nvSpPr>
        <p:spPr>
          <a:xfrm xmlns:a="http://schemas.openxmlformats.org/drawingml/2006/main">
            <a:off x="5532120" y="2907792"/>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Enter a Claude or OpenAI key</a:t>
            </a:r>
          </a:p>
        </p:txBody>
      </p:sp>
      <p:sp>
        <p:nvSpPr>
          <p:cNvPr id="34" name="Text 32">
            <a:extLst xmlns:a="http://schemas.openxmlformats.org/drawingml/2006/main">
              <a:ext uri="{FF2B5EF4-FFF2-40B4-BE49-F238E27FC236}">
                <a16:creationId xmlns:a16="http://schemas.microsoft.com/office/drawing/2014/main" id="{003C0275-8134-497F-B2F2-61B263163118}"/>
              </a:ext>
            </a:extLst>
          </p:cNvPr>
          <p:cNvSpPr>
            <a:spLocks xmlns:a="http://schemas.openxmlformats.org/drawingml/2006/main" noGrp="1"/>
          </p:cNvSpPr>
          <p:nvPr/>
        </p:nvSpPr>
        <p:spPr>
          <a:xfrm xmlns:a="http://schemas.openxmlformats.org/drawingml/2006/main">
            <a:off x="5532120" y="3209544"/>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xmlns:a="http://schemas.openxmlformats.org/drawingml/2006/main">
              <a:ext uri="{FF2B5EF4-FFF2-40B4-BE49-F238E27FC236}">
                <a16:creationId xmlns:a16="http://schemas.microsoft.com/office/drawing/2014/main" id="{5151E27B-731A-453D-A6D5-0590E7513CEF}"/>
              </a:ext>
            </a:extLst>
          </p:cNvPr>
          <p:cNvSpPr>
            <a:spLocks xmlns:a="http://schemas.openxmlformats.org/drawingml/2006/main" noGrp="1"/>
          </p:cNvSpPr>
          <p:nvPr/>
        </p:nvSpPr>
        <p:spPr>
          <a:xfrm xmlns:a="http://schemas.openxmlformats.org/drawingml/2006/main">
            <a:off x="4754880" y="3712464"/>
            <a:ext cx="3886200" cy="868680"/>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C0B1918C-7D0E-43E7-B83F-765EB5430486}"/>
              </a:ext>
            </a:extLst>
          </p:cNvPr>
          <p:cNvSpPr>
            <a:spLocks xmlns:a="http://schemas.openxmlformats.org/drawingml/2006/main" noGrp="1"/>
          </p:cNvSpPr>
          <p:nvPr/>
        </p:nvSpPr>
        <p:spPr>
          <a:xfrm xmlns:a="http://schemas.openxmlformats.org/drawingml/2006/main">
            <a:off x="4754880" y="3712464"/>
            <a:ext cx="54864" cy="86868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15E8B485-ED40-41CD-91E1-83C01E23BB6B}"/>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ellipse">
            <a:avLst/>
          </a:prstGeom>
          <a:solidFill xmlns:a="http://schemas.openxmlformats.org/drawingml/2006/main">
            <a:srgbClr val="15284F"/>
          </a:solidFill>
          <a:ln xmlns:a="http://schemas.openxmlformats.org/drawingml/2006/main" w="12700">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F6B74D9-CBD0-4223-8BFB-0F6D88D1B8CF}"/>
              </a:ext>
            </a:extLst>
          </p:cNvPr>
          <p:cNvSpPr>
            <a:spLocks xmlns:a="http://schemas.openxmlformats.org/drawingml/2006/main" noGrp="1"/>
          </p:cNvSpPr>
          <p:nvPr/>
        </p:nvSpPr>
        <p:spPr>
          <a:xfrm xmlns:a="http://schemas.openxmlformats.org/drawingml/2006/main">
            <a:off x="4956048" y="3913632"/>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p>
        </p:txBody>
      </p:sp>
      <p:sp>
        <p:nvSpPr>
          <p:cNvPr id="39" name="Text 37">
            <a:extLst xmlns:a="http://schemas.openxmlformats.org/drawingml/2006/main">
              <a:ext uri="{FF2B5EF4-FFF2-40B4-BE49-F238E27FC236}">
                <a16:creationId xmlns:a16="http://schemas.microsoft.com/office/drawing/2014/main" id="{81AD7DA9-7836-44C3-874C-B2F70B44B951}"/>
              </a:ext>
            </a:extLst>
          </p:cNvPr>
          <p:cNvSpPr>
            <a:spLocks xmlns:a="http://schemas.openxmlformats.org/drawingml/2006/main" noGrp="1"/>
          </p:cNvSpPr>
          <p:nvPr/>
        </p:nvSpPr>
        <p:spPr>
          <a:xfrm xmlns:a="http://schemas.openxmlformats.org/drawingml/2006/main">
            <a:off x="5532120" y="384962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1E3F"/>
                </a:solidFill>
                <a:latin typeface="Calibri"/>
                <a:ea typeface="Calibri"/>
                <a:cs typeface="Calibri"/>
              </a:rPr>
              <a:t>Pick your language</a:t>
            </a:r>
          </a:p>
        </p:txBody>
      </p:sp>
      <p:sp>
        <p:nvSpPr>
          <p:cNvPr id="40" name="Text 38">
            <a:extLst xmlns:a="http://schemas.openxmlformats.org/drawingml/2006/main">
              <a:ext uri="{FF2B5EF4-FFF2-40B4-BE49-F238E27FC236}">
                <a16:creationId xmlns:a16="http://schemas.microsoft.com/office/drawing/2014/main" id="{332315AC-5C8F-42D6-85F6-CFA8A42B267E}"/>
              </a:ext>
            </a:extLst>
          </p:cNvPr>
          <p:cNvSpPr>
            <a:spLocks xmlns:a="http://schemas.openxmlformats.org/drawingml/2006/main" noGrp="1"/>
          </p:cNvSpPr>
          <p:nvPr/>
        </p:nvSpPr>
        <p:spPr>
          <a:xfrm xmlns:a="http://schemas.openxmlformats.org/drawingml/2006/main">
            <a:off x="5532120" y="4151376"/>
            <a:ext cx="29718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sld>
</file>

<file path=ppt/slides/slide57.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857109-CC77-4106-B31E-CE256ED3F01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8A5F56BE-C8AC-4B0E-BC6E-3E4E9EB4D677}"/>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E275555-8463-4F0B-ABC2-A54EC0241659}"/>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AI ASSISTANT</a:t>
            </a:r>
          </a:p>
        </p:txBody>
      </p:sp>
      <p:sp>
        <p:nvSpPr>
          <p:cNvPr id="5" name="Shape 3">
            <a:extLst xmlns:a="http://schemas.openxmlformats.org/drawingml/2006/main">
              <a:ext uri="{FF2B5EF4-FFF2-40B4-BE49-F238E27FC236}">
                <a16:creationId xmlns:a16="http://schemas.microsoft.com/office/drawing/2014/main" id="{28E21AEA-A810-4902-8431-74DA82E40163}"/>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84904D5-3555-4A5C-A939-41C8F4F43B52}"/>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A782A2A-68D8-4E39-9B0E-C59D64A584A0}"/>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57 / 59</a:t>
            </a:r>
          </a:p>
        </p:txBody>
      </p:sp>
      <p:sp>
        <p:nvSpPr>
          <p:cNvPr id="8" name="Text 6">
            <a:extLst xmlns:a="http://schemas.openxmlformats.org/drawingml/2006/main">
              <a:ext uri="{FF2B5EF4-FFF2-40B4-BE49-F238E27FC236}">
                <a16:creationId xmlns:a16="http://schemas.microsoft.com/office/drawing/2014/main" id="{2CA828C3-B6D9-4D41-A3EA-EE681DE410C4}"/>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25 languages supported</a:t>
            </a:r>
          </a:p>
        </p:txBody>
      </p:sp>
      <p:sp>
        <p:nvSpPr>
          <p:cNvPr id="9" name="Text 7">
            <a:extLst xmlns:a="http://schemas.openxmlformats.org/drawingml/2006/main">
              <a:ext uri="{FF2B5EF4-FFF2-40B4-BE49-F238E27FC236}">
                <a16:creationId xmlns:a16="http://schemas.microsoft.com/office/drawing/2014/main" id="{CA193E6D-3172-4C4C-9F50-2A07EC0DAE4C}"/>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Every AI response is returned in the language you pick.</a:t>
            </a:r>
          </a:p>
        </p:txBody>
      </p:sp>
      <p:sp>
        <p:nvSpPr>
          <p:cNvPr id="10" name="Shape 8">
            <a:extLst xmlns:a="http://schemas.openxmlformats.org/drawingml/2006/main">
              <a:ext uri="{FF2B5EF4-FFF2-40B4-BE49-F238E27FC236}">
                <a16:creationId xmlns:a16="http://schemas.microsoft.com/office/drawing/2014/main" id="{77E9D79D-1844-4739-97D0-3C4F85F9D511}"/>
              </a:ext>
            </a:extLst>
          </p:cNvPr>
          <p:cNvSpPr>
            <a:spLocks xmlns:a="http://schemas.openxmlformats.org/drawingml/2006/main" noGrp="1"/>
          </p:cNvSpPr>
          <p:nvPr/>
        </p:nvSpPr>
        <p:spPr>
          <a:xfrm xmlns:a="http://schemas.openxmlformats.org/drawingml/2006/main">
            <a:off x="502920" y="1828800"/>
            <a:ext cx="2011680" cy="2697480"/>
          </a:xfrm>
          <a:prstGeom xmlns:a="http://schemas.openxmlformats.org/drawingml/2006/main" prst="rect">
            <a:avLst/>
          </a:prstGeom>
          <a:solidFill xmlns:a="http://schemas.openxmlformats.org/drawingml/2006/main">
            <a:srgbClr val="15284F"/>
          </a:solidFill>
          <a:ln xmlns:a="http://schemas.openxmlformats.org/drawingml/2006/main" w="9525">
            <a:solidFill>
              <a:srgbClr val="15284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CCBE33EA-B1B5-4C9D-A756-37F47B180A7F}"/>
              </a:ext>
            </a:extLst>
          </p:cNvPr>
          <p:cNvSpPr>
            <a:spLocks xmlns:a="http://schemas.openxmlformats.org/drawingml/2006/main" noGrp="1"/>
          </p:cNvSpPr>
          <p:nvPr/>
        </p:nvSpPr>
        <p:spPr>
          <a:xfrm xmlns:a="http://schemas.openxmlformats.org/drawingml/2006/main">
            <a:off x="502920" y="2286000"/>
            <a:ext cx="2011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00" b="1">
                <a:solidFill>
                  <a:srgbClr val="FFFFFF"/>
                </a:solidFill>
                <a:latin typeface="Calibri"/>
                <a:ea typeface="Calibri"/>
                <a:cs typeface="Calibri"/>
              </a:rPr>
              <a:t>25</a:t>
            </a:r>
          </a:p>
        </p:txBody>
      </p:sp>
      <p:sp>
        <p:nvSpPr>
          <p:cNvPr id="12" name="Shape 10">
            <a:extLst xmlns:a="http://schemas.openxmlformats.org/drawingml/2006/main">
              <a:ext uri="{FF2B5EF4-FFF2-40B4-BE49-F238E27FC236}">
                <a16:creationId xmlns:a16="http://schemas.microsoft.com/office/drawing/2014/main" id="{51D8CC58-FC15-40FC-8712-3CA05585B93F}"/>
              </a:ext>
            </a:extLst>
          </p:cNvPr>
          <p:cNvSpPr>
            <a:spLocks xmlns:a="http://schemas.openxmlformats.org/drawingml/2006/main" noGrp="1"/>
          </p:cNvSpPr>
          <p:nvPr/>
        </p:nvSpPr>
        <p:spPr>
          <a:xfrm xmlns:a="http://schemas.openxmlformats.org/drawingml/2006/main">
            <a:off x="1188720" y="3703320"/>
            <a:ext cx="640080" cy="36576"/>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3B1EF959-D451-4E50-8B7D-81748ABFE75A}"/>
              </a:ext>
            </a:extLst>
          </p:cNvPr>
          <p:cNvSpPr>
            <a:spLocks xmlns:a="http://schemas.openxmlformats.org/drawingml/2006/main" noGrp="1"/>
          </p:cNvSpPr>
          <p:nvPr/>
        </p:nvSpPr>
        <p:spPr>
          <a:xfrm xmlns:a="http://schemas.openxmlformats.org/drawingml/2006/main">
            <a:off x="502920" y="379476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spc="300">
                <a:solidFill>
                  <a:srgbClr val="CADCFC"/>
                </a:solidFill>
                <a:latin typeface="Calibri"/>
                <a:ea typeface="Calibri"/>
                <a:cs typeface="Calibri"/>
              </a:rPr>
              <a:t>languages</a:t>
            </a:r>
          </a:p>
        </p:txBody>
      </p:sp>
      <p:sp>
        <p:nvSpPr>
          <p:cNvPr id="14" name="Text 12">
            <a:extLst xmlns:a="http://schemas.openxmlformats.org/drawingml/2006/main">
              <a:ext uri="{FF2B5EF4-FFF2-40B4-BE49-F238E27FC236}">
                <a16:creationId xmlns:a16="http://schemas.microsoft.com/office/drawing/2014/main" id="{953AD904-4341-4498-AFB5-A6E77955300F}"/>
              </a:ext>
            </a:extLst>
          </p:cNvPr>
          <p:cNvSpPr>
            <a:spLocks xmlns:a="http://schemas.openxmlformats.org/drawingml/2006/main" noGrp="1"/>
          </p:cNvSpPr>
          <p:nvPr/>
        </p:nvSpPr>
        <p:spPr>
          <a:xfrm xmlns:a="http://schemas.openxmlformats.org/drawingml/2006/main">
            <a:off x="502920" y="4114800"/>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6AA7D9"/>
                </a:solidFill>
                <a:latin typeface="Calibri"/>
                <a:ea typeface="Calibri"/>
                <a:cs typeface="Calibri"/>
              </a:rPr>
              <a:t>24 EU official  ·  + Arabic</a:t>
            </a:r>
          </a:p>
        </p:txBody>
      </p:sp>
      <p:sp>
        <p:nvSpPr>
          <p:cNvPr id="15" name="Shape 13">
            <a:extLst xmlns:a="http://schemas.openxmlformats.org/drawingml/2006/main">
              <a:ext uri="{FF2B5EF4-FFF2-40B4-BE49-F238E27FC236}">
                <a16:creationId xmlns:a16="http://schemas.microsoft.com/office/drawing/2014/main" id="{915632E6-DA02-4DF8-87A6-D97CC1E6584E}"/>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A6A72CF-B536-4D0D-A0E0-5334805A58C2}"/>
              </a:ext>
            </a:extLst>
          </p:cNvPr>
          <p:cNvSpPr>
            <a:spLocks xmlns:a="http://schemas.openxmlformats.org/drawingml/2006/main" noGrp="1"/>
          </p:cNvSpPr>
          <p:nvPr/>
        </p:nvSpPr>
        <p:spPr>
          <a:xfrm xmlns:a="http://schemas.openxmlformats.org/drawingml/2006/main">
            <a:off x="278892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Bulgarian</a:t>
            </a:r>
          </a:p>
        </p:txBody>
      </p:sp>
      <p:sp>
        <p:nvSpPr>
          <p:cNvPr id="17" name="Shape 15">
            <a:extLst xmlns:a="http://schemas.openxmlformats.org/drawingml/2006/main">
              <a:ext uri="{FF2B5EF4-FFF2-40B4-BE49-F238E27FC236}">
                <a16:creationId xmlns:a16="http://schemas.microsoft.com/office/drawing/2014/main" id="{A5055A08-175C-4AD1-96A4-6EABAD238311}"/>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49120920-DCB8-46C8-A90F-AB89F28C9902}"/>
              </a:ext>
            </a:extLst>
          </p:cNvPr>
          <p:cNvSpPr>
            <a:spLocks xmlns:a="http://schemas.openxmlformats.org/drawingml/2006/main" noGrp="1"/>
          </p:cNvSpPr>
          <p:nvPr/>
        </p:nvSpPr>
        <p:spPr>
          <a:xfrm xmlns:a="http://schemas.openxmlformats.org/drawingml/2006/main">
            <a:off x="3981298"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Croatian</a:t>
            </a:r>
          </a:p>
        </p:txBody>
      </p:sp>
      <p:sp>
        <p:nvSpPr>
          <p:cNvPr id="19" name="Shape 17">
            <a:extLst xmlns:a="http://schemas.openxmlformats.org/drawingml/2006/main">
              <a:ext uri="{FF2B5EF4-FFF2-40B4-BE49-F238E27FC236}">
                <a16:creationId xmlns:a16="http://schemas.microsoft.com/office/drawing/2014/main" id="{78111935-6D27-48BD-B195-53DCA1B9196B}"/>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F46C9142-9956-4B06-85F3-4444CBC92318}"/>
              </a:ext>
            </a:extLst>
          </p:cNvPr>
          <p:cNvSpPr>
            <a:spLocks xmlns:a="http://schemas.openxmlformats.org/drawingml/2006/main" noGrp="1"/>
          </p:cNvSpPr>
          <p:nvPr/>
        </p:nvSpPr>
        <p:spPr>
          <a:xfrm xmlns:a="http://schemas.openxmlformats.org/drawingml/2006/main">
            <a:off x="5173675"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Czech</a:t>
            </a:r>
          </a:p>
        </p:txBody>
      </p:sp>
      <p:sp>
        <p:nvSpPr>
          <p:cNvPr id="21" name="Shape 19">
            <a:extLst xmlns:a="http://schemas.openxmlformats.org/drawingml/2006/main">
              <a:ext uri="{FF2B5EF4-FFF2-40B4-BE49-F238E27FC236}">
                <a16:creationId xmlns:a16="http://schemas.microsoft.com/office/drawing/2014/main" id="{346CEF15-98D3-448E-8F78-25954C06CF6E}"/>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37DDCB3-D8EC-412E-A7D3-7E2A1EE80500}"/>
              </a:ext>
            </a:extLst>
          </p:cNvPr>
          <p:cNvSpPr>
            <a:spLocks xmlns:a="http://schemas.openxmlformats.org/drawingml/2006/main" noGrp="1"/>
          </p:cNvSpPr>
          <p:nvPr/>
        </p:nvSpPr>
        <p:spPr>
          <a:xfrm xmlns:a="http://schemas.openxmlformats.org/drawingml/2006/main">
            <a:off x="6366053"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Danish</a:t>
            </a:r>
          </a:p>
        </p:txBody>
      </p:sp>
      <p:sp>
        <p:nvSpPr>
          <p:cNvPr id="23" name="Shape 21">
            <a:extLst xmlns:a="http://schemas.openxmlformats.org/drawingml/2006/main">
              <a:ext uri="{FF2B5EF4-FFF2-40B4-BE49-F238E27FC236}">
                <a16:creationId xmlns:a16="http://schemas.microsoft.com/office/drawing/2014/main" id="{CA5A9A64-BBD4-48B8-BC26-C9428C544B3E}"/>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B2E6BD48-9590-47D1-AD9A-AF7E1DB264B4}"/>
              </a:ext>
            </a:extLst>
          </p:cNvPr>
          <p:cNvSpPr>
            <a:spLocks xmlns:a="http://schemas.openxmlformats.org/drawingml/2006/main" noGrp="1"/>
          </p:cNvSpPr>
          <p:nvPr/>
        </p:nvSpPr>
        <p:spPr>
          <a:xfrm xmlns:a="http://schemas.openxmlformats.org/drawingml/2006/main">
            <a:off x="7558430" y="1828800"/>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Dutch</a:t>
            </a:r>
          </a:p>
        </p:txBody>
      </p:sp>
      <p:sp>
        <p:nvSpPr>
          <p:cNvPr id="25" name="Shape 23">
            <a:extLst xmlns:a="http://schemas.openxmlformats.org/drawingml/2006/main">
              <a:ext uri="{FF2B5EF4-FFF2-40B4-BE49-F238E27FC236}">
                <a16:creationId xmlns:a16="http://schemas.microsoft.com/office/drawing/2014/main" id="{589FD479-5691-4F76-81BA-EBAFD2F471DC}"/>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D7D6467-B5D7-4AE7-9209-C9C9BFA01783}"/>
              </a:ext>
            </a:extLst>
          </p:cNvPr>
          <p:cNvSpPr>
            <a:spLocks xmlns:a="http://schemas.openxmlformats.org/drawingml/2006/main" noGrp="1"/>
          </p:cNvSpPr>
          <p:nvPr/>
        </p:nvSpPr>
        <p:spPr>
          <a:xfrm xmlns:a="http://schemas.openxmlformats.org/drawingml/2006/main">
            <a:off x="278892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English</a:t>
            </a:r>
          </a:p>
        </p:txBody>
      </p:sp>
      <p:sp>
        <p:nvSpPr>
          <p:cNvPr id="27" name="Shape 25">
            <a:extLst xmlns:a="http://schemas.openxmlformats.org/drawingml/2006/main">
              <a:ext uri="{FF2B5EF4-FFF2-40B4-BE49-F238E27FC236}">
                <a16:creationId xmlns:a16="http://schemas.microsoft.com/office/drawing/2014/main" id="{61B626E1-6DAE-42A3-BB01-BA6DB49B93F8}"/>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1828BA9-9538-478F-9171-6CCF695AEB62}"/>
              </a:ext>
            </a:extLst>
          </p:cNvPr>
          <p:cNvSpPr>
            <a:spLocks xmlns:a="http://schemas.openxmlformats.org/drawingml/2006/main" noGrp="1"/>
          </p:cNvSpPr>
          <p:nvPr/>
        </p:nvSpPr>
        <p:spPr>
          <a:xfrm xmlns:a="http://schemas.openxmlformats.org/drawingml/2006/main">
            <a:off x="3981298"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Estonian</a:t>
            </a:r>
          </a:p>
        </p:txBody>
      </p:sp>
      <p:sp>
        <p:nvSpPr>
          <p:cNvPr id="29" name="Shape 27">
            <a:extLst xmlns:a="http://schemas.openxmlformats.org/drawingml/2006/main">
              <a:ext uri="{FF2B5EF4-FFF2-40B4-BE49-F238E27FC236}">
                <a16:creationId xmlns:a16="http://schemas.microsoft.com/office/drawing/2014/main" id="{8984A143-3E28-4D08-A5C9-260C2A4BEB74}"/>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40CC822-5526-4CD6-A968-0033928590FA}"/>
              </a:ext>
            </a:extLst>
          </p:cNvPr>
          <p:cNvSpPr>
            <a:spLocks xmlns:a="http://schemas.openxmlformats.org/drawingml/2006/main" noGrp="1"/>
          </p:cNvSpPr>
          <p:nvPr/>
        </p:nvSpPr>
        <p:spPr>
          <a:xfrm xmlns:a="http://schemas.openxmlformats.org/drawingml/2006/main">
            <a:off x="5173675"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Finnish</a:t>
            </a:r>
          </a:p>
        </p:txBody>
      </p:sp>
      <p:sp>
        <p:nvSpPr>
          <p:cNvPr id="31" name="Shape 29">
            <a:extLst xmlns:a="http://schemas.openxmlformats.org/drawingml/2006/main">
              <a:ext uri="{FF2B5EF4-FFF2-40B4-BE49-F238E27FC236}">
                <a16:creationId xmlns:a16="http://schemas.microsoft.com/office/drawing/2014/main" id="{AC4D53B6-03B6-4559-A87A-8921732C3F3C}"/>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478EC763-B37B-4966-8BDC-B899DD285AC1}"/>
              </a:ext>
            </a:extLst>
          </p:cNvPr>
          <p:cNvSpPr>
            <a:spLocks xmlns:a="http://schemas.openxmlformats.org/drawingml/2006/main" noGrp="1"/>
          </p:cNvSpPr>
          <p:nvPr/>
        </p:nvSpPr>
        <p:spPr>
          <a:xfrm xmlns:a="http://schemas.openxmlformats.org/drawingml/2006/main">
            <a:off x="6366053"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French</a:t>
            </a:r>
          </a:p>
        </p:txBody>
      </p:sp>
      <p:sp>
        <p:nvSpPr>
          <p:cNvPr id="33" name="Shape 31">
            <a:extLst xmlns:a="http://schemas.openxmlformats.org/drawingml/2006/main">
              <a:ext uri="{FF2B5EF4-FFF2-40B4-BE49-F238E27FC236}">
                <a16:creationId xmlns:a16="http://schemas.microsoft.com/office/drawing/2014/main" id="{F93849D3-DA24-4E34-9FFD-D1F8594C0388}"/>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93C18510-9DC9-4E60-8881-EBD83FDD4BE5}"/>
              </a:ext>
            </a:extLst>
          </p:cNvPr>
          <p:cNvSpPr>
            <a:spLocks xmlns:a="http://schemas.openxmlformats.org/drawingml/2006/main" noGrp="1"/>
          </p:cNvSpPr>
          <p:nvPr/>
        </p:nvSpPr>
        <p:spPr>
          <a:xfrm xmlns:a="http://schemas.openxmlformats.org/drawingml/2006/main">
            <a:off x="7558430" y="2390242"/>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German</a:t>
            </a:r>
          </a:p>
        </p:txBody>
      </p:sp>
      <p:sp>
        <p:nvSpPr>
          <p:cNvPr id="35" name="Shape 33">
            <a:extLst xmlns:a="http://schemas.openxmlformats.org/drawingml/2006/main">
              <a:ext uri="{FF2B5EF4-FFF2-40B4-BE49-F238E27FC236}">
                <a16:creationId xmlns:a16="http://schemas.microsoft.com/office/drawing/2014/main" id="{31238649-9E8F-4F2C-A9E0-01B45D797042}"/>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91AD7B6F-EDCB-48DC-ACF2-780A8A260F09}"/>
              </a:ext>
            </a:extLst>
          </p:cNvPr>
          <p:cNvSpPr>
            <a:spLocks xmlns:a="http://schemas.openxmlformats.org/drawingml/2006/main" noGrp="1"/>
          </p:cNvSpPr>
          <p:nvPr/>
        </p:nvSpPr>
        <p:spPr>
          <a:xfrm xmlns:a="http://schemas.openxmlformats.org/drawingml/2006/main">
            <a:off x="278892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Greek</a:t>
            </a:r>
          </a:p>
        </p:txBody>
      </p:sp>
      <p:sp>
        <p:nvSpPr>
          <p:cNvPr id="37" name="Shape 35">
            <a:extLst xmlns:a="http://schemas.openxmlformats.org/drawingml/2006/main">
              <a:ext uri="{FF2B5EF4-FFF2-40B4-BE49-F238E27FC236}">
                <a16:creationId xmlns:a16="http://schemas.microsoft.com/office/drawing/2014/main" id="{1E65E369-BA9D-4A9E-8E87-A87307D4AE30}"/>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B752CD10-2F1A-495E-90E3-B7290DB9239D}"/>
              </a:ext>
            </a:extLst>
          </p:cNvPr>
          <p:cNvSpPr>
            <a:spLocks xmlns:a="http://schemas.openxmlformats.org/drawingml/2006/main" noGrp="1"/>
          </p:cNvSpPr>
          <p:nvPr/>
        </p:nvSpPr>
        <p:spPr>
          <a:xfrm xmlns:a="http://schemas.openxmlformats.org/drawingml/2006/main">
            <a:off x="3981298"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Hungarian</a:t>
            </a:r>
          </a:p>
        </p:txBody>
      </p:sp>
      <p:sp>
        <p:nvSpPr>
          <p:cNvPr id="39" name="Shape 37">
            <a:extLst xmlns:a="http://schemas.openxmlformats.org/drawingml/2006/main">
              <a:ext uri="{FF2B5EF4-FFF2-40B4-BE49-F238E27FC236}">
                <a16:creationId xmlns:a16="http://schemas.microsoft.com/office/drawing/2014/main" id="{186B2406-69BE-46AD-A1B0-57E30BA2D8ED}"/>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8AD2DEAC-57C2-4BE7-91B2-1AADBC5BB19B}"/>
              </a:ext>
            </a:extLst>
          </p:cNvPr>
          <p:cNvSpPr>
            <a:spLocks xmlns:a="http://schemas.openxmlformats.org/drawingml/2006/main" noGrp="1"/>
          </p:cNvSpPr>
          <p:nvPr/>
        </p:nvSpPr>
        <p:spPr>
          <a:xfrm xmlns:a="http://schemas.openxmlformats.org/drawingml/2006/main">
            <a:off x="5173675"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Irish</a:t>
            </a:r>
          </a:p>
        </p:txBody>
      </p:sp>
      <p:sp>
        <p:nvSpPr>
          <p:cNvPr id="41" name="Shape 39">
            <a:extLst xmlns:a="http://schemas.openxmlformats.org/drawingml/2006/main">
              <a:ext uri="{FF2B5EF4-FFF2-40B4-BE49-F238E27FC236}">
                <a16:creationId xmlns:a16="http://schemas.microsoft.com/office/drawing/2014/main" id="{1EF81A98-45F5-4699-AD32-5CBDE51F372C}"/>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37333508-2C99-419F-BCF5-91FF40F8C874}"/>
              </a:ext>
            </a:extLst>
          </p:cNvPr>
          <p:cNvSpPr>
            <a:spLocks xmlns:a="http://schemas.openxmlformats.org/drawingml/2006/main" noGrp="1"/>
          </p:cNvSpPr>
          <p:nvPr/>
        </p:nvSpPr>
        <p:spPr>
          <a:xfrm xmlns:a="http://schemas.openxmlformats.org/drawingml/2006/main">
            <a:off x="6366053"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Italian</a:t>
            </a:r>
          </a:p>
        </p:txBody>
      </p:sp>
      <p:sp>
        <p:nvSpPr>
          <p:cNvPr id="43" name="Shape 41">
            <a:extLst xmlns:a="http://schemas.openxmlformats.org/drawingml/2006/main">
              <a:ext uri="{FF2B5EF4-FFF2-40B4-BE49-F238E27FC236}">
                <a16:creationId xmlns:a16="http://schemas.microsoft.com/office/drawing/2014/main" id="{85DE3994-5D7D-43E2-BE31-13DE29AD9FBC}"/>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950B2106-2797-4266-9B30-7AE0A035D1EF}"/>
              </a:ext>
            </a:extLst>
          </p:cNvPr>
          <p:cNvSpPr>
            <a:spLocks xmlns:a="http://schemas.openxmlformats.org/drawingml/2006/main" noGrp="1"/>
          </p:cNvSpPr>
          <p:nvPr/>
        </p:nvSpPr>
        <p:spPr>
          <a:xfrm xmlns:a="http://schemas.openxmlformats.org/drawingml/2006/main">
            <a:off x="7558430" y="2951683"/>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Latvian</a:t>
            </a:r>
          </a:p>
        </p:txBody>
      </p:sp>
      <p:sp>
        <p:nvSpPr>
          <p:cNvPr id="45" name="Shape 43">
            <a:extLst xmlns:a="http://schemas.openxmlformats.org/drawingml/2006/main">
              <a:ext uri="{FF2B5EF4-FFF2-40B4-BE49-F238E27FC236}">
                <a16:creationId xmlns:a16="http://schemas.microsoft.com/office/drawing/2014/main" id="{87D189FD-7676-430E-A6E2-BB0FCDF40A9B}"/>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09DC799E-F69F-4AB1-86C9-F300C3296242}"/>
              </a:ext>
            </a:extLst>
          </p:cNvPr>
          <p:cNvSpPr>
            <a:spLocks xmlns:a="http://schemas.openxmlformats.org/drawingml/2006/main" noGrp="1"/>
          </p:cNvSpPr>
          <p:nvPr/>
        </p:nvSpPr>
        <p:spPr>
          <a:xfrm xmlns:a="http://schemas.openxmlformats.org/drawingml/2006/main">
            <a:off x="278892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Lithuanian</a:t>
            </a:r>
          </a:p>
        </p:txBody>
      </p:sp>
      <p:sp>
        <p:nvSpPr>
          <p:cNvPr id="47" name="Shape 45">
            <a:extLst xmlns:a="http://schemas.openxmlformats.org/drawingml/2006/main">
              <a:ext uri="{FF2B5EF4-FFF2-40B4-BE49-F238E27FC236}">
                <a16:creationId xmlns:a16="http://schemas.microsoft.com/office/drawing/2014/main" id="{AD485DEA-41F4-4D4B-A04D-8BF168294AFD}"/>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6">
            <a:extLst xmlns:a="http://schemas.openxmlformats.org/drawingml/2006/main">
              <a:ext uri="{FF2B5EF4-FFF2-40B4-BE49-F238E27FC236}">
                <a16:creationId xmlns:a16="http://schemas.microsoft.com/office/drawing/2014/main" id="{ECC2372B-7A6E-4DFD-BD9E-8879A401F776}"/>
              </a:ext>
            </a:extLst>
          </p:cNvPr>
          <p:cNvSpPr>
            <a:spLocks xmlns:a="http://schemas.openxmlformats.org/drawingml/2006/main" noGrp="1"/>
          </p:cNvSpPr>
          <p:nvPr/>
        </p:nvSpPr>
        <p:spPr>
          <a:xfrm xmlns:a="http://schemas.openxmlformats.org/drawingml/2006/main">
            <a:off x="3981298"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Maltese</a:t>
            </a:r>
          </a:p>
        </p:txBody>
      </p:sp>
      <p:sp>
        <p:nvSpPr>
          <p:cNvPr id="49" name="Shape 47">
            <a:extLst xmlns:a="http://schemas.openxmlformats.org/drawingml/2006/main">
              <a:ext uri="{FF2B5EF4-FFF2-40B4-BE49-F238E27FC236}">
                <a16:creationId xmlns:a16="http://schemas.microsoft.com/office/drawing/2014/main" id="{C526E0E6-546F-4AB0-AB74-EFAE8DA49E2C}"/>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F6C98A33-91B7-44A5-9925-8A9D173C161E}"/>
              </a:ext>
            </a:extLst>
          </p:cNvPr>
          <p:cNvSpPr>
            <a:spLocks xmlns:a="http://schemas.openxmlformats.org/drawingml/2006/main" noGrp="1"/>
          </p:cNvSpPr>
          <p:nvPr/>
        </p:nvSpPr>
        <p:spPr>
          <a:xfrm xmlns:a="http://schemas.openxmlformats.org/drawingml/2006/main">
            <a:off x="5173675"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Polish</a:t>
            </a:r>
          </a:p>
        </p:txBody>
      </p:sp>
      <p:sp>
        <p:nvSpPr>
          <p:cNvPr id="51" name="Shape 49">
            <a:extLst xmlns:a="http://schemas.openxmlformats.org/drawingml/2006/main">
              <a:ext uri="{FF2B5EF4-FFF2-40B4-BE49-F238E27FC236}">
                <a16:creationId xmlns:a16="http://schemas.microsoft.com/office/drawing/2014/main" id="{5E202B30-4467-4AD3-ABCB-696A34E31A21}"/>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D9D4419C-8A7C-458A-913C-152D447BB779}"/>
              </a:ext>
            </a:extLst>
          </p:cNvPr>
          <p:cNvSpPr>
            <a:spLocks xmlns:a="http://schemas.openxmlformats.org/drawingml/2006/main" noGrp="1"/>
          </p:cNvSpPr>
          <p:nvPr/>
        </p:nvSpPr>
        <p:spPr>
          <a:xfrm xmlns:a="http://schemas.openxmlformats.org/drawingml/2006/main">
            <a:off x="6366053"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Portuguese</a:t>
            </a:r>
          </a:p>
        </p:txBody>
      </p:sp>
      <p:sp>
        <p:nvSpPr>
          <p:cNvPr id="53" name="Shape 51">
            <a:extLst xmlns:a="http://schemas.openxmlformats.org/drawingml/2006/main">
              <a:ext uri="{FF2B5EF4-FFF2-40B4-BE49-F238E27FC236}">
                <a16:creationId xmlns:a16="http://schemas.microsoft.com/office/drawing/2014/main" id="{BD0D7B34-691F-4377-A1B7-079CF15D53CE}"/>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Text 52">
            <a:extLst xmlns:a="http://schemas.openxmlformats.org/drawingml/2006/main">
              <a:ext uri="{FF2B5EF4-FFF2-40B4-BE49-F238E27FC236}">
                <a16:creationId xmlns:a16="http://schemas.microsoft.com/office/drawing/2014/main" id="{1C8B128C-21DF-4A3F-958F-D82D18F41537}"/>
              </a:ext>
            </a:extLst>
          </p:cNvPr>
          <p:cNvSpPr>
            <a:spLocks xmlns:a="http://schemas.openxmlformats.org/drawingml/2006/main" noGrp="1"/>
          </p:cNvSpPr>
          <p:nvPr/>
        </p:nvSpPr>
        <p:spPr>
          <a:xfrm xmlns:a="http://schemas.openxmlformats.org/drawingml/2006/main">
            <a:off x="7558430" y="3513125"/>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Romanian</a:t>
            </a:r>
          </a:p>
        </p:txBody>
      </p:sp>
      <p:sp>
        <p:nvSpPr>
          <p:cNvPr id="55" name="Shape 53">
            <a:extLst xmlns:a="http://schemas.openxmlformats.org/drawingml/2006/main">
              <a:ext uri="{FF2B5EF4-FFF2-40B4-BE49-F238E27FC236}">
                <a16:creationId xmlns:a16="http://schemas.microsoft.com/office/drawing/2014/main" id="{57A1C700-07EE-478C-B6F4-D947053E2129}"/>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Text 54">
            <a:extLst xmlns:a="http://schemas.openxmlformats.org/drawingml/2006/main">
              <a:ext uri="{FF2B5EF4-FFF2-40B4-BE49-F238E27FC236}">
                <a16:creationId xmlns:a16="http://schemas.microsoft.com/office/drawing/2014/main" id="{70B966E6-BD8E-432E-B249-727908CFE40E}"/>
              </a:ext>
            </a:extLst>
          </p:cNvPr>
          <p:cNvSpPr>
            <a:spLocks xmlns:a="http://schemas.openxmlformats.org/drawingml/2006/main" noGrp="1"/>
          </p:cNvSpPr>
          <p:nvPr/>
        </p:nvSpPr>
        <p:spPr>
          <a:xfrm xmlns:a="http://schemas.openxmlformats.org/drawingml/2006/main">
            <a:off x="278892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Slovak</a:t>
            </a:r>
          </a:p>
        </p:txBody>
      </p:sp>
      <p:sp>
        <p:nvSpPr>
          <p:cNvPr id="57" name="Shape 55">
            <a:extLst xmlns:a="http://schemas.openxmlformats.org/drawingml/2006/main">
              <a:ext uri="{FF2B5EF4-FFF2-40B4-BE49-F238E27FC236}">
                <a16:creationId xmlns:a16="http://schemas.microsoft.com/office/drawing/2014/main" id="{7467BCCA-2C8A-4C34-8DB9-203D513AE862}"/>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167806C7-3B95-4522-B198-C9A54E803E58}"/>
              </a:ext>
            </a:extLst>
          </p:cNvPr>
          <p:cNvSpPr>
            <a:spLocks xmlns:a="http://schemas.openxmlformats.org/drawingml/2006/main" noGrp="1"/>
          </p:cNvSpPr>
          <p:nvPr/>
        </p:nvSpPr>
        <p:spPr>
          <a:xfrm xmlns:a="http://schemas.openxmlformats.org/drawingml/2006/main">
            <a:off x="3981298"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Slovenian</a:t>
            </a:r>
          </a:p>
        </p:txBody>
      </p:sp>
      <p:sp>
        <p:nvSpPr>
          <p:cNvPr id="59" name="Shape 57">
            <a:extLst xmlns:a="http://schemas.openxmlformats.org/drawingml/2006/main">
              <a:ext uri="{FF2B5EF4-FFF2-40B4-BE49-F238E27FC236}">
                <a16:creationId xmlns:a16="http://schemas.microsoft.com/office/drawing/2014/main" id="{4942F818-EEB9-4386-AA33-5A59D6267283}"/>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Text 58">
            <a:extLst xmlns:a="http://schemas.openxmlformats.org/drawingml/2006/main">
              <a:ext uri="{FF2B5EF4-FFF2-40B4-BE49-F238E27FC236}">
                <a16:creationId xmlns:a16="http://schemas.microsoft.com/office/drawing/2014/main" id="{E8E7570A-6390-477A-B808-648CDBB29C06}"/>
              </a:ext>
            </a:extLst>
          </p:cNvPr>
          <p:cNvSpPr>
            <a:spLocks xmlns:a="http://schemas.openxmlformats.org/drawingml/2006/main" noGrp="1"/>
          </p:cNvSpPr>
          <p:nvPr/>
        </p:nvSpPr>
        <p:spPr>
          <a:xfrm xmlns:a="http://schemas.openxmlformats.org/drawingml/2006/main">
            <a:off x="5173675"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Spanish</a:t>
            </a:r>
          </a:p>
        </p:txBody>
      </p:sp>
      <p:sp>
        <p:nvSpPr>
          <p:cNvPr id="61" name="Shape 59">
            <a:extLst xmlns:a="http://schemas.openxmlformats.org/drawingml/2006/main">
              <a:ext uri="{FF2B5EF4-FFF2-40B4-BE49-F238E27FC236}">
                <a16:creationId xmlns:a16="http://schemas.microsoft.com/office/drawing/2014/main" id="{DC71F334-3822-4B11-BB59-4944E343E169}"/>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F29EC234-7B27-4B81-80D5-0F151700F4B3}"/>
              </a:ext>
            </a:extLst>
          </p:cNvPr>
          <p:cNvSpPr>
            <a:spLocks xmlns:a="http://schemas.openxmlformats.org/drawingml/2006/main" noGrp="1"/>
          </p:cNvSpPr>
          <p:nvPr/>
        </p:nvSpPr>
        <p:spPr>
          <a:xfrm xmlns:a="http://schemas.openxmlformats.org/drawingml/2006/main">
            <a:off x="6366053"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Swedish</a:t>
            </a:r>
          </a:p>
        </p:txBody>
      </p:sp>
      <p:sp>
        <p:nvSpPr>
          <p:cNvPr id="63" name="Shape 61">
            <a:extLst xmlns:a="http://schemas.openxmlformats.org/drawingml/2006/main">
              <a:ext uri="{FF2B5EF4-FFF2-40B4-BE49-F238E27FC236}">
                <a16:creationId xmlns:a16="http://schemas.microsoft.com/office/drawing/2014/main" id="{D7447C9C-C7E0-4E0B-9EC8-B3B8D27BA1A8}"/>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4" name="Text 62">
            <a:extLst xmlns:a="http://schemas.openxmlformats.org/drawingml/2006/main">
              <a:ext uri="{FF2B5EF4-FFF2-40B4-BE49-F238E27FC236}">
                <a16:creationId xmlns:a16="http://schemas.microsoft.com/office/drawing/2014/main" id="{33039A83-53A7-4418-BB2F-ADCEA5DC9196}"/>
              </a:ext>
            </a:extLst>
          </p:cNvPr>
          <p:cNvSpPr>
            <a:spLocks xmlns:a="http://schemas.openxmlformats.org/drawingml/2006/main" noGrp="1"/>
          </p:cNvSpPr>
          <p:nvPr/>
        </p:nvSpPr>
        <p:spPr>
          <a:xfrm xmlns:a="http://schemas.openxmlformats.org/drawingml/2006/main">
            <a:off x="7558430" y="4074566"/>
            <a:ext cx="1082650" cy="451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sld>
</file>

<file path=ppt/slides/slide58.xml><?xml version="1.0" encoding="utf-8"?>
<p:sld xmlns:p="http://schemas.openxmlformats.org/presentationml/2006/main">
  <p:cSld>
    <p:bg>
      <p:bgPr>
        <a:solidFill xmlns:a="http://schemas.openxmlformats.org/drawingml/2006/main">
          <a:srgbClr val="F4F6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53D9F7-BE8B-4B72-A51E-0D698FDC06A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15284F"/>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95ABB34-CB7E-49B4-A596-D0FD0DAF474F}"/>
              </a:ext>
            </a:extLst>
          </p:cNvPr>
          <p:cNvSpPr>
            <a:spLocks xmlns:a="http://schemas.openxmlformats.org/drawingml/2006/main" noGrp="1"/>
          </p:cNvSpPr>
          <p:nvPr/>
        </p:nvSpPr>
        <p:spPr>
          <a:xfrm xmlns:a="http://schemas.openxmlformats.org/drawingml/2006/main">
            <a:off x="0" y="0"/>
            <a:ext cx="109728" cy="1005840"/>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CFBC49EE-50EE-4482-9592-17AF115385CF}"/>
              </a:ext>
            </a:extLst>
          </p:cNvPr>
          <p:cNvSpPr>
            <a:spLocks xmlns:a="http://schemas.openxmlformats.org/drawingml/2006/main" noGrp="1"/>
          </p:cNvSpPr>
          <p:nvPr/>
        </p:nvSpPr>
        <p:spPr>
          <a:xfrm xmlns:a="http://schemas.openxmlformats.org/drawingml/2006/main">
            <a:off x="502920" y="347472"/>
            <a:ext cx="6400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6AA7D9"/>
                </a:solidFill>
                <a:latin typeface="Calibri"/>
                <a:ea typeface="Calibri"/>
                <a:cs typeface="Calibri"/>
              </a:rPr>
              <a:t>REFERENCE</a:t>
            </a:r>
          </a:p>
        </p:txBody>
      </p:sp>
      <p:sp>
        <p:nvSpPr>
          <p:cNvPr id="5" name="Shape 3">
            <a:extLst xmlns:a="http://schemas.openxmlformats.org/drawingml/2006/main">
              <a:ext uri="{FF2B5EF4-FFF2-40B4-BE49-F238E27FC236}">
                <a16:creationId xmlns:a16="http://schemas.microsoft.com/office/drawing/2014/main" id="{1A053247-B53B-4401-8A7E-10D640AE316F}"/>
              </a:ext>
            </a:extLst>
          </p:cNvPr>
          <p:cNvSpPr>
            <a:spLocks xmlns:a="http://schemas.openxmlformats.org/drawingml/2006/main" noGrp="1"/>
          </p:cNvSpPr>
          <p:nvPr/>
        </p:nvSpPr>
        <p:spPr>
          <a:xfrm xmlns:a="http://schemas.openxmlformats.org/drawingml/2006/main">
            <a:off x="502920" y="4732020"/>
            <a:ext cx="8138160" cy="0"/>
          </a:xfrm>
          <a:prstGeom xmlns:a="http://schemas.openxmlformats.org/drawingml/2006/main" prst="line">
            <a:avLst/>
          </a:prstGeom>
          <a:noFill xmlns:a="http://schemas.openxmlformats.org/drawingml/2006/main"/>
          <a:ln xmlns:a="http://schemas.openxmlformats.org/drawingml/2006/main" w="9525">
            <a:solidFill>
              <a:srgbClr val="DCE4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470F7397-8BE0-4339-B2C3-FF487AF282BE}"/>
              </a:ext>
            </a:extLst>
          </p:cNvPr>
          <p:cNvSpPr>
            <a:spLocks xmlns:a="http://schemas.openxmlformats.org/drawingml/2006/main" noGrp="1"/>
          </p:cNvSpPr>
          <p:nvPr/>
        </p:nvSpPr>
        <p:spPr>
          <a:xfrm xmlns:a="http://schemas.openxmlformats.org/drawingml/2006/main">
            <a:off x="502920" y="4796028"/>
            <a:ext cx="45720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A8CAE"/>
                </a:solidFill>
                <a:latin typeface="Calibri"/>
                <a:ea typeface="Calibri"/>
                <a:cs typeface="Calibri"/>
              </a:rPr>
              <a:t>EU SAE Wizard &amp; Dashboard  ·  User Guide</a:t>
            </a:r>
          </a:p>
        </p:txBody>
      </p:sp>
      <p:sp>
        <p:nvSpPr>
          <p:cNvPr id="7" name="Text 5">
            <a:extLst xmlns:a="http://schemas.openxmlformats.org/drawingml/2006/main">
              <a:ext uri="{FF2B5EF4-FFF2-40B4-BE49-F238E27FC236}">
                <a16:creationId xmlns:a16="http://schemas.microsoft.com/office/drawing/2014/main" id="{59D03AF2-8491-4562-BC0C-050C98E22D9F}"/>
              </a:ext>
            </a:extLst>
          </p:cNvPr>
          <p:cNvSpPr>
            <a:spLocks xmlns:a="http://schemas.openxmlformats.org/drawingml/2006/main" noGrp="1"/>
          </p:cNvSpPr>
          <p:nvPr/>
        </p:nvSpPr>
        <p:spPr>
          <a:xfrm xmlns:a="http://schemas.openxmlformats.org/drawingml/2006/main">
            <a:off x="7680960" y="4796028"/>
            <a:ext cx="960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A8CAE"/>
                </a:solidFill>
                <a:latin typeface="Calibri"/>
                <a:ea typeface="Calibri"/>
                <a:cs typeface="Calibri"/>
              </a:rPr>
              <a:t>58 / 59</a:t>
            </a:r>
          </a:p>
        </p:txBody>
      </p:sp>
      <p:sp>
        <p:nvSpPr>
          <p:cNvPr id="8" name="Text 6">
            <a:extLst xmlns:a="http://schemas.openxmlformats.org/drawingml/2006/main">
              <a:ext uri="{FF2B5EF4-FFF2-40B4-BE49-F238E27FC236}">
                <a16:creationId xmlns:a16="http://schemas.microsoft.com/office/drawing/2014/main" id="{6E3B425F-E96A-4F6E-9949-2982A8A15B85}"/>
              </a:ext>
            </a:extLst>
          </p:cNvPr>
          <p:cNvSpPr>
            <a:spLocks xmlns:a="http://schemas.openxmlformats.org/drawingml/2006/main" noGrp="1"/>
          </p:cNvSpPr>
          <p:nvPr/>
        </p:nvSpPr>
        <p:spPr>
          <a:xfrm xmlns:a="http://schemas.openxmlformats.org/drawingml/2006/main">
            <a:off x="502920" y="64008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0F1E3F"/>
                </a:solidFill>
                <a:latin typeface="Calibri"/>
                <a:ea typeface="Calibri"/>
                <a:cs typeface="Calibri"/>
              </a:rPr>
              <a:t>Troubleshooting</a:t>
            </a:r>
          </a:p>
        </p:txBody>
      </p:sp>
      <p:sp>
        <p:nvSpPr>
          <p:cNvPr id="9" name="Text 7">
            <a:extLst xmlns:a="http://schemas.openxmlformats.org/drawingml/2006/main">
              <a:ext uri="{FF2B5EF4-FFF2-40B4-BE49-F238E27FC236}">
                <a16:creationId xmlns:a16="http://schemas.microsoft.com/office/drawing/2014/main" id="{6C2E5DA6-70DD-4F0C-9184-2C7E8B9817F0}"/>
              </a:ext>
            </a:extLst>
          </p:cNvPr>
          <p:cNvSpPr>
            <a:spLocks xmlns:a="http://schemas.openxmlformats.org/drawingml/2006/main" noGrp="1"/>
          </p:cNvSpPr>
          <p:nvPr/>
        </p:nvSpPr>
        <p:spPr>
          <a:xfrm xmlns:a="http://schemas.openxmlformats.org/drawingml/2006/main">
            <a:off x="502920" y="1234440"/>
            <a:ext cx="8138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3578A"/>
                </a:solidFill>
                <a:latin typeface="Calibri"/>
                <a:ea typeface="Calibri"/>
                <a:cs typeface="Calibri"/>
              </a:rPr>
              <a:t>Quick fixes for the most common stumbling blocks.</a:t>
            </a:r>
          </a:p>
        </p:txBody>
      </p:sp>
      <p:sp>
        <p:nvSpPr>
          <p:cNvPr id="10" name="Shape 8">
            <a:extLst xmlns:a="http://schemas.openxmlformats.org/drawingml/2006/main">
              <a:ext uri="{FF2B5EF4-FFF2-40B4-BE49-F238E27FC236}">
                <a16:creationId xmlns:a16="http://schemas.microsoft.com/office/drawing/2014/main" id="{FDF19A11-1918-4C62-992D-219D9C1CB58C}"/>
              </a:ext>
            </a:extLst>
          </p:cNvPr>
          <p:cNvSpPr>
            <a:spLocks xmlns:a="http://schemas.openxmlformats.org/drawingml/2006/main" noGrp="1"/>
          </p:cNvSpPr>
          <p:nvPr/>
        </p:nvSpPr>
        <p:spPr>
          <a:xfrm xmlns:a="http://schemas.openxmlformats.org/drawingml/2006/main">
            <a:off x="50292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4F11A45-B961-4895-8BB6-EDE3E93CB62E}"/>
              </a:ext>
            </a:extLst>
          </p:cNvPr>
          <p:cNvSpPr>
            <a:spLocks xmlns:a="http://schemas.openxmlformats.org/drawingml/2006/main" noGrp="1"/>
          </p:cNvSpPr>
          <p:nvPr/>
        </p:nvSpPr>
        <p:spPr>
          <a:xfrm xmlns:a="http://schemas.openxmlformats.org/drawingml/2006/main">
            <a:off x="50292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f922939899b143d3"/>
          <a:stretch xmlns:a="http://schemas.openxmlformats.org/drawingml/2006/main">
            <a:fillRect l="0" t="0" r="0" b="0"/>
          </a:stretch>
        </p:blipFill>
        <p:spPr>
          <a:xfrm xmlns:a="http://schemas.openxmlformats.org/drawingml/2006/main">
            <a:off x="685800" y="2011680"/>
            <a:ext cx="310896" cy="310896"/>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C6634D09-DE22-4E81-BD40-723A52CCDAB7}"/>
              </a:ext>
            </a:extLst>
          </p:cNvPr>
          <p:cNvSpPr>
            <a:spLocks xmlns:a="http://schemas.openxmlformats.org/drawingml/2006/main" noGrp="1"/>
          </p:cNvSpPr>
          <p:nvPr/>
        </p:nvSpPr>
        <p:spPr>
          <a:xfrm xmlns:a="http://schemas.openxmlformats.org/drawingml/2006/main">
            <a:off x="109728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Package errors on launch</a:t>
            </a:r>
          </a:p>
        </p:txBody>
      </p:sp>
      <p:sp>
        <p:nvSpPr>
          <p:cNvPr id="14" name="Text 11">
            <a:extLst xmlns:a="http://schemas.openxmlformats.org/drawingml/2006/main">
              <a:ext uri="{FF2B5EF4-FFF2-40B4-BE49-F238E27FC236}">
                <a16:creationId xmlns:a16="http://schemas.microsoft.com/office/drawing/2014/main" id="{91A81265-6EF1-424C-B46A-CE6A7AE0B769}"/>
              </a:ext>
            </a:extLst>
          </p:cNvPr>
          <p:cNvSpPr>
            <a:spLocks xmlns:a="http://schemas.openxmlformats.org/drawingml/2006/main" noGrp="1"/>
          </p:cNvSpPr>
          <p:nvPr/>
        </p:nvSpPr>
        <p:spPr>
          <a:xfrm xmlns:a="http://schemas.openxmlformats.org/drawingml/2006/main">
            <a:off x="109728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xmlns:a="http://schemas.openxmlformats.org/drawingml/2006/main">
              <a:ext uri="{FF2B5EF4-FFF2-40B4-BE49-F238E27FC236}">
                <a16:creationId xmlns:a16="http://schemas.microsoft.com/office/drawing/2014/main" id="{95F7CB06-8DA4-44E4-B498-2886771E94E3}"/>
              </a:ext>
            </a:extLst>
          </p:cNvPr>
          <p:cNvSpPr>
            <a:spLocks xmlns:a="http://schemas.openxmlformats.org/drawingml/2006/main" noGrp="1"/>
          </p:cNvSpPr>
          <p:nvPr/>
        </p:nvSpPr>
        <p:spPr>
          <a:xfrm xmlns:a="http://schemas.openxmlformats.org/drawingml/2006/main">
            <a:off x="4686300" y="1783080"/>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3">
            <a:extLst xmlns:a="http://schemas.openxmlformats.org/drawingml/2006/main">
              <a:ext uri="{FF2B5EF4-FFF2-40B4-BE49-F238E27FC236}">
                <a16:creationId xmlns:a16="http://schemas.microsoft.com/office/drawing/2014/main" id="{88C66E8E-9DB4-4BFB-8096-5F17EE3B4240}"/>
              </a:ext>
            </a:extLst>
          </p:cNvPr>
          <p:cNvSpPr>
            <a:spLocks xmlns:a="http://schemas.openxmlformats.org/drawingml/2006/main" noGrp="1"/>
          </p:cNvSpPr>
          <p:nvPr/>
        </p:nvSpPr>
        <p:spPr>
          <a:xfrm xmlns:a="http://schemas.openxmlformats.org/drawingml/2006/main">
            <a:off x="4686300" y="1783080"/>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4869180" y="2011680"/>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840A86E7-ED4F-4680-B228-9A08C243844D}"/>
              </a:ext>
            </a:extLst>
          </p:cNvPr>
          <p:cNvSpPr>
            <a:spLocks xmlns:a="http://schemas.openxmlformats.org/drawingml/2006/main" noGrp="1"/>
          </p:cNvSpPr>
          <p:nvPr/>
        </p:nvSpPr>
        <p:spPr>
          <a:xfrm xmlns:a="http://schemas.openxmlformats.org/drawingml/2006/main">
            <a:off x="5280660" y="1874520"/>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Data file not selected or not found</a:t>
            </a:r>
          </a:p>
        </p:txBody>
      </p:sp>
      <p:sp>
        <p:nvSpPr>
          <p:cNvPr id="19" name="Text 15">
            <a:extLst xmlns:a="http://schemas.openxmlformats.org/drawingml/2006/main">
              <a:ext uri="{FF2B5EF4-FFF2-40B4-BE49-F238E27FC236}">
                <a16:creationId xmlns:a16="http://schemas.microsoft.com/office/drawing/2014/main" id="{E731AC2F-7ADF-4821-94BB-18DA5BF0BD41}"/>
              </a:ext>
            </a:extLst>
          </p:cNvPr>
          <p:cNvSpPr>
            <a:spLocks xmlns:a="http://schemas.openxmlformats.org/drawingml/2006/main" noGrp="1"/>
          </p:cNvSpPr>
          <p:nvPr/>
        </p:nvSpPr>
        <p:spPr>
          <a:xfrm xmlns:a="http://schemas.openxmlformats.org/drawingml/2006/main">
            <a:off x="5280660" y="2130552"/>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xmlns:a="http://schemas.openxmlformats.org/drawingml/2006/main">
              <a:ext uri="{FF2B5EF4-FFF2-40B4-BE49-F238E27FC236}">
                <a16:creationId xmlns:a16="http://schemas.microsoft.com/office/drawing/2014/main" id="{60306D76-D8D3-46E0-A935-54A258C37BCD}"/>
              </a:ext>
            </a:extLst>
          </p:cNvPr>
          <p:cNvSpPr>
            <a:spLocks xmlns:a="http://schemas.openxmlformats.org/drawingml/2006/main" noGrp="1"/>
          </p:cNvSpPr>
          <p:nvPr/>
        </p:nvSpPr>
        <p:spPr>
          <a:xfrm xmlns:a="http://schemas.openxmlformats.org/drawingml/2006/main">
            <a:off x="50292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5D3923B9-848D-4C39-8CE5-CF0B22F3A80D}"/>
              </a:ext>
            </a:extLst>
          </p:cNvPr>
          <p:cNvSpPr>
            <a:spLocks xmlns:a="http://schemas.openxmlformats.org/drawingml/2006/main" noGrp="1"/>
          </p:cNvSpPr>
          <p:nvPr/>
        </p:nvSpPr>
        <p:spPr>
          <a:xfrm xmlns:a="http://schemas.openxmlformats.org/drawingml/2006/main">
            <a:off x="50292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66" name="Image 2"/>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685800" y="2871216"/>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8F5958DB-43BB-43F0-AE52-A6E6175B2127}"/>
              </a:ext>
            </a:extLst>
          </p:cNvPr>
          <p:cNvSpPr>
            <a:spLocks xmlns:a="http://schemas.openxmlformats.org/drawingml/2006/main" noGrp="1"/>
          </p:cNvSpPr>
          <p:nvPr/>
        </p:nvSpPr>
        <p:spPr>
          <a:xfrm xmlns:a="http://schemas.openxmlformats.org/drawingml/2006/main">
            <a:off x="109728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Report or Word file missing</a:t>
            </a:r>
          </a:p>
        </p:txBody>
      </p:sp>
      <p:sp>
        <p:nvSpPr>
          <p:cNvPr id="24" name="Text 19">
            <a:extLst xmlns:a="http://schemas.openxmlformats.org/drawingml/2006/main">
              <a:ext uri="{FF2B5EF4-FFF2-40B4-BE49-F238E27FC236}">
                <a16:creationId xmlns:a16="http://schemas.microsoft.com/office/drawing/2014/main" id="{13CD6BB9-8B6E-49E7-843E-0873C5127316}"/>
              </a:ext>
            </a:extLst>
          </p:cNvPr>
          <p:cNvSpPr>
            <a:spLocks xmlns:a="http://schemas.openxmlformats.org/drawingml/2006/main" noGrp="1"/>
          </p:cNvSpPr>
          <p:nvPr/>
        </p:nvSpPr>
        <p:spPr>
          <a:xfrm xmlns:a="http://schemas.openxmlformats.org/drawingml/2006/main">
            <a:off x="109728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xmlns:a="http://schemas.openxmlformats.org/drawingml/2006/main">
              <a:ext uri="{FF2B5EF4-FFF2-40B4-BE49-F238E27FC236}">
                <a16:creationId xmlns:a16="http://schemas.microsoft.com/office/drawing/2014/main" id="{118E648F-624E-4DD6-A4B2-CE1EBDFDAE39}"/>
              </a:ext>
            </a:extLst>
          </p:cNvPr>
          <p:cNvSpPr>
            <a:spLocks xmlns:a="http://schemas.openxmlformats.org/drawingml/2006/main" noGrp="1"/>
          </p:cNvSpPr>
          <p:nvPr/>
        </p:nvSpPr>
        <p:spPr>
          <a:xfrm xmlns:a="http://schemas.openxmlformats.org/drawingml/2006/main">
            <a:off x="4686300" y="2642616"/>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5E2F76AF-BC71-49E6-AFF4-A984954A58FC}"/>
              </a:ext>
            </a:extLst>
          </p:cNvPr>
          <p:cNvSpPr>
            <a:spLocks xmlns:a="http://schemas.openxmlformats.org/drawingml/2006/main" noGrp="1"/>
          </p:cNvSpPr>
          <p:nvPr/>
        </p:nvSpPr>
        <p:spPr>
          <a:xfrm xmlns:a="http://schemas.openxmlformats.org/drawingml/2006/main">
            <a:off x="4686300" y="2642616"/>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1" name="Image 3"/>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4869180" y="2871216"/>
            <a:ext cx="310896" cy="310896"/>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2A726CD4-DBA3-42B2-A5F1-85041A42DFC0}"/>
              </a:ext>
            </a:extLst>
          </p:cNvPr>
          <p:cNvSpPr>
            <a:spLocks xmlns:a="http://schemas.openxmlformats.org/drawingml/2006/main" noGrp="1"/>
          </p:cNvSpPr>
          <p:nvPr/>
        </p:nvSpPr>
        <p:spPr>
          <a:xfrm xmlns:a="http://schemas.openxmlformats.org/drawingml/2006/main">
            <a:off x="5280660" y="2734056"/>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AI key or timeout errors</a:t>
            </a:r>
          </a:p>
        </p:txBody>
      </p:sp>
      <p:sp>
        <p:nvSpPr>
          <p:cNvPr id="29" name="Text 23">
            <a:extLst xmlns:a="http://schemas.openxmlformats.org/drawingml/2006/main">
              <a:ext uri="{FF2B5EF4-FFF2-40B4-BE49-F238E27FC236}">
                <a16:creationId xmlns:a16="http://schemas.microsoft.com/office/drawing/2014/main" id="{F2A32C43-A836-4879-8081-A37DFBA2FC9B}"/>
              </a:ext>
            </a:extLst>
          </p:cNvPr>
          <p:cNvSpPr>
            <a:spLocks xmlns:a="http://schemas.openxmlformats.org/drawingml/2006/main" noGrp="1"/>
          </p:cNvSpPr>
          <p:nvPr/>
        </p:nvSpPr>
        <p:spPr>
          <a:xfrm xmlns:a="http://schemas.openxmlformats.org/drawingml/2006/main">
            <a:off x="5280660" y="2990088"/>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xmlns:a="http://schemas.openxmlformats.org/drawingml/2006/main">
              <a:ext uri="{FF2B5EF4-FFF2-40B4-BE49-F238E27FC236}">
                <a16:creationId xmlns:a16="http://schemas.microsoft.com/office/drawing/2014/main" id="{9BEA3653-212B-4196-B067-CDD03E52D895}"/>
              </a:ext>
            </a:extLst>
          </p:cNvPr>
          <p:cNvSpPr>
            <a:spLocks xmlns:a="http://schemas.openxmlformats.org/drawingml/2006/main" noGrp="1"/>
          </p:cNvSpPr>
          <p:nvPr/>
        </p:nvSpPr>
        <p:spPr>
          <a:xfrm xmlns:a="http://schemas.openxmlformats.org/drawingml/2006/main">
            <a:off x="50292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F71E6151-2DC6-4E51-AE47-2072990E8544}"/>
              </a:ext>
            </a:extLst>
          </p:cNvPr>
          <p:cNvSpPr>
            <a:spLocks xmlns:a="http://schemas.openxmlformats.org/drawingml/2006/main" noGrp="1"/>
          </p:cNvSpPr>
          <p:nvPr/>
        </p:nvSpPr>
        <p:spPr>
          <a:xfrm xmlns:a="http://schemas.openxmlformats.org/drawingml/2006/main">
            <a:off x="50292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76" name="Image 4"/>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685800" y="3730752"/>
            <a:ext cx="310896" cy="31089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5E27ADDE-C1D4-4778-81EC-2B80420500A2}"/>
              </a:ext>
            </a:extLst>
          </p:cNvPr>
          <p:cNvSpPr>
            <a:spLocks xmlns:a="http://schemas.openxmlformats.org/drawingml/2006/main" noGrp="1"/>
          </p:cNvSpPr>
          <p:nvPr/>
        </p:nvSpPr>
        <p:spPr>
          <a:xfrm xmlns:a="http://schemas.openxmlformats.org/drawingml/2006/main">
            <a:off x="109728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Run Analysis won’t start</a:t>
            </a:r>
          </a:p>
        </p:txBody>
      </p:sp>
      <p:sp>
        <p:nvSpPr>
          <p:cNvPr id="34" name="Text 27">
            <a:extLst xmlns:a="http://schemas.openxmlformats.org/drawingml/2006/main">
              <a:ext uri="{FF2B5EF4-FFF2-40B4-BE49-F238E27FC236}">
                <a16:creationId xmlns:a16="http://schemas.microsoft.com/office/drawing/2014/main" id="{F09C2792-69A6-4471-9752-4BF5E07E30D2}"/>
              </a:ext>
            </a:extLst>
          </p:cNvPr>
          <p:cNvSpPr>
            <a:spLocks xmlns:a="http://schemas.openxmlformats.org/drawingml/2006/main" noGrp="1"/>
          </p:cNvSpPr>
          <p:nvPr/>
        </p:nvSpPr>
        <p:spPr>
          <a:xfrm xmlns:a="http://schemas.openxmlformats.org/drawingml/2006/main">
            <a:off x="109728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xmlns:a="http://schemas.openxmlformats.org/drawingml/2006/main">
              <a:ext uri="{FF2B5EF4-FFF2-40B4-BE49-F238E27FC236}">
                <a16:creationId xmlns:a16="http://schemas.microsoft.com/office/drawing/2014/main" id="{5015BA0E-4676-4BED-8FF3-896ACACF2D0A}"/>
              </a:ext>
            </a:extLst>
          </p:cNvPr>
          <p:cNvSpPr>
            <a:spLocks xmlns:a="http://schemas.openxmlformats.org/drawingml/2006/main" noGrp="1"/>
          </p:cNvSpPr>
          <p:nvPr/>
        </p:nvSpPr>
        <p:spPr>
          <a:xfrm xmlns:a="http://schemas.openxmlformats.org/drawingml/2006/main">
            <a:off x="4686300" y="3502152"/>
            <a:ext cx="3954780" cy="749808"/>
          </a:xfrm>
          <a:prstGeom xmlns:a="http://schemas.openxmlformats.org/drawingml/2006/main" prst="rect">
            <a:avLst/>
          </a:prstGeom>
          <a:solidFill xmlns:a="http://schemas.openxmlformats.org/drawingml/2006/main">
            <a:srgbClr val="FFFFFF"/>
          </a:solidFill>
          <a:ln xmlns:a="http://schemas.openxmlformats.org/drawingml/2006/main" w="9525">
            <a:solidFill>
              <a:srgbClr val="DCE4F0"/>
            </a:solidFill>
            <a:prstDash val="solid"/>
          </a:ln>
          <a:effectLst xmlns:a="http://schemas.openxmlformats.org/drawingml/2006/main">
            <a:outerShdw blurRad="76200" dist="12700" dir="5400000" algn="bl" rotWithShape="0">
              <a:srgbClr val="1F3669">
                <a:alpha val="5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29">
            <a:extLst xmlns:a="http://schemas.openxmlformats.org/drawingml/2006/main">
              <a:ext uri="{FF2B5EF4-FFF2-40B4-BE49-F238E27FC236}">
                <a16:creationId xmlns:a16="http://schemas.microsoft.com/office/drawing/2014/main" id="{B001B233-1358-4210-AF76-D9FABF4ED22F}"/>
              </a:ext>
            </a:extLst>
          </p:cNvPr>
          <p:cNvSpPr>
            <a:spLocks xmlns:a="http://schemas.openxmlformats.org/drawingml/2006/main" noGrp="1"/>
          </p:cNvSpPr>
          <p:nvPr/>
        </p:nvSpPr>
        <p:spPr>
          <a:xfrm xmlns:a="http://schemas.openxmlformats.org/drawingml/2006/main">
            <a:off x="4686300" y="3502152"/>
            <a:ext cx="54864" cy="749808"/>
          </a:xfrm>
          <a:prstGeom xmlns:a="http://schemas.openxmlformats.org/drawingml/2006/main" prst="rect">
            <a:avLst/>
          </a:prstGeom>
          <a:solidFill xmlns:a="http://schemas.openxmlformats.org/drawingml/2006/main">
            <a:srgbClr val="6AA7D9"/>
          </a:solidFill>
        </p:spPr>
        <p:txBody>
          <a:bodyPr xmlns:a="http://schemas.openxmlformats.org/drawingml/2006/main"/>
          <a:lstStyle xmlns:a="http://schemas.openxmlformats.org/drawingml/2006/main"/>
          <a:p xmlns:a="http://schemas.openxmlformats.org/drawingml/2006/main">
            <a:endParaRPr/>
          </a:p>
        </p:txBody>
      </p:sp>
      <p:pic>
        <p:nvPicPr>
          <p:cNvPr id="81" name="Image 5"/>
          <p:cNvPicPr>
            <a:picLocks xmlns:a="http://schemas.openxmlformats.org/drawingml/2006/main" noChangeAspect="1"/>
          </p:cNvPicPr>
          <p:nvPr/>
        </p:nvPicPr>
        <p:blipFill>
          <a:blip xmlns:r="http://schemas.openxmlformats.org/officeDocument/2006/relationships" xmlns:a="http://schemas.openxmlformats.org/drawingml/2006/main" r:embed="R2679c92892874eef"/>
          <a:stretch xmlns:a="http://schemas.openxmlformats.org/drawingml/2006/main">
            <a:fillRect l="0" t="0" r="0" b="0"/>
          </a:stretch>
        </p:blipFill>
        <p:spPr>
          <a:xfrm xmlns:a="http://schemas.openxmlformats.org/drawingml/2006/main">
            <a:off x="4869180" y="3730752"/>
            <a:ext cx="310896" cy="310896"/>
          </a:xfrm>
          <a:prstGeom xmlns:a="http://schemas.openxmlformats.org/drawingml/2006/main" prst="rect">
            <a:avLst/>
          </a:prstGeom>
        </p:spPr>
      </p:pic>
      <p:sp>
        <p:nvSpPr>
          <p:cNvPr id="38" name="Text 30">
            <a:extLst xmlns:a="http://schemas.openxmlformats.org/drawingml/2006/main">
              <a:ext uri="{FF2B5EF4-FFF2-40B4-BE49-F238E27FC236}">
                <a16:creationId xmlns:a16="http://schemas.microsoft.com/office/drawing/2014/main" id="{92E494EE-127F-4495-883D-6B271683A4A9}"/>
              </a:ext>
            </a:extLst>
          </p:cNvPr>
          <p:cNvSpPr>
            <a:spLocks xmlns:a="http://schemas.openxmlformats.org/drawingml/2006/main" noGrp="1"/>
          </p:cNvSpPr>
          <p:nvPr/>
        </p:nvSpPr>
        <p:spPr>
          <a:xfrm xmlns:a="http://schemas.openxmlformats.org/drawingml/2006/main">
            <a:off x="5280660" y="3593592"/>
            <a:ext cx="32689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F1E3F"/>
                </a:solidFill>
                <a:latin typeface="Calibri"/>
                <a:ea typeface="Calibri"/>
                <a:cs typeface="Calibri"/>
              </a:rPr>
              <a:t>Geometry readiness error</a:t>
            </a:r>
          </a:p>
        </p:txBody>
      </p:sp>
      <p:sp>
        <p:nvSpPr>
          <p:cNvPr id="39" name="Text 31">
            <a:extLst xmlns:a="http://schemas.openxmlformats.org/drawingml/2006/main">
              <a:ext uri="{FF2B5EF4-FFF2-40B4-BE49-F238E27FC236}">
                <a16:creationId xmlns:a16="http://schemas.microsoft.com/office/drawing/2014/main" id="{42A9F09F-D87B-4758-9626-705D0C1EEFBE}"/>
              </a:ext>
            </a:extLst>
          </p:cNvPr>
          <p:cNvSpPr>
            <a:spLocks xmlns:a="http://schemas.openxmlformats.org/drawingml/2006/main" noGrp="1"/>
          </p:cNvSpPr>
          <p:nvPr/>
        </p:nvSpPr>
        <p:spPr>
          <a:xfrm xmlns:a="http://schemas.openxmlformats.org/drawingml/2006/main">
            <a:off x="5280660" y="3849624"/>
            <a:ext cx="32689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sld>
</file>

<file path=ppt/slides/slide59.xml><?xml version="1.0" encoding="utf-8"?>
<p:sld xmlns:p="http://schemas.openxmlformats.org/presentationml/2006/main">
  <p:cSld>
    <p:bg>
      <p:bgPr>
        <a:blipFill xmlns:a="http://schemas.openxmlformats.org/drawingml/2006/main" rotWithShape="1">
          <a:blip xmlns:r="http://schemas.openxmlformats.org/officeDocument/2006/relationships" r:embed="Reaa43e0eeea9462b">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3BD247-56BC-41D3-BB01-6792CF247D46}"/>
              </a:ext>
            </a:extLst>
          </p:cNvPr>
          <p:cNvSpPr>
            <a:spLocks xmlns:a="http://schemas.openxmlformats.org/drawingml/2006/main" noGrp="1"/>
          </p:cNvSpPr>
          <p:nvPr/>
        </p:nvSpPr>
        <p:spPr>
          <a:xfrm xmlns:a="http://schemas.openxmlformats.org/drawingml/2006/main">
            <a:off x="502920" y="685800"/>
            <a:ext cx="8138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0">
                <a:solidFill>
                  <a:srgbClr val="6AA7D9"/>
                </a:solidFill>
                <a:latin typeface="Calibri"/>
                <a:ea typeface="Calibri"/>
                <a:cs typeface="Calibri"/>
              </a:rPr>
              <a:t>YOU'RE READY</a:t>
            </a:r>
          </a:p>
        </p:txBody>
      </p:sp>
      <p:sp>
        <p:nvSpPr>
          <p:cNvPr id="3" name="Shape 1">
            <a:extLst xmlns:a="http://schemas.openxmlformats.org/drawingml/2006/main">
              <a:ext uri="{FF2B5EF4-FFF2-40B4-BE49-F238E27FC236}">
                <a16:creationId xmlns:a16="http://schemas.microsoft.com/office/drawing/2014/main" id="{1556BD10-623C-41EA-8E72-281C94AD9339}"/>
              </a:ext>
            </a:extLst>
          </p:cNvPr>
          <p:cNvSpPr>
            <a:spLocks xmlns:a="http://schemas.openxmlformats.org/drawingml/2006/main" noGrp="1"/>
          </p:cNvSpPr>
          <p:nvPr/>
        </p:nvSpPr>
        <p:spPr>
          <a:xfrm xmlns:a="http://schemas.openxmlformats.org/drawingml/2006/main">
            <a:off x="502920" y="1097280"/>
            <a:ext cx="411480" cy="45720"/>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73468D23-93A7-419C-85E4-A7C9CE1145DA}"/>
              </a:ext>
            </a:extLst>
          </p:cNvPr>
          <p:cNvSpPr>
            <a:spLocks xmlns:a="http://schemas.openxmlformats.org/drawingml/2006/main" noGrp="1"/>
          </p:cNvSpPr>
          <p:nvPr/>
        </p:nvSpPr>
        <p:spPr>
          <a:xfrm xmlns:a="http://schemas.openxmlformats.org/drawingml/2006/main">
            <a:off x="502920" y="1280160"/>
            <a:ext cx="8138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libri"/>
                <a:ea typeface="Calibri"/>
                <a:cs typeface="Calibri"/>
              </a:rPr>
              <a:t>Download, launch, analyse.</a:t>
            </a:r>
          </a:p>
        </p:txBody>
      </p:sp>
      <p:sp>
        <p:nvSpPr>
          <p:cNvPr id="5" name="Shape 3">
            <a:extLst xmlns:a="http://schemas.openxmlformats.org/drawingml/2006/main">
              <a:ext uri="{FF2B5EF4-FFF2-40B4-BE49-F238E27FC236}">
                <a16:creationId xmlns:a16="http://schemas.microsoft.com/office/drawing/2014/main" id="{AD9879A5-5D77-4279-AFBB-B2B2886E64D6}"/>
              </a:ext>
            </a:extLst>
          </p:cNvPr>
          <p:cNvSpPr>
            <a:spLocks xmlns:a="http://schemas.openxmlformats.org/drawingml/2006/main" noGrp="1"/>
          </p:cNvSpPr>
          <p:nvPr/>
        </p:nvSpPr>
        <p:spPr>
          <a:xfrm xmlns:a="http://schemas.openxmlformats.org/drawingml/2006/main">
            <a:off x="50292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35DB4BDF-A23B-4948-A782-010CEA285F9F}"/>
              </a:ext>
            </a:extLst>
          </p:cNvPr>
          <p:cNvSpPr>
            <a:spLocks xmlns:a="http://schemas.openxmlformats.org/drawingml/2006/main" noGrp="1"/>
          </p:cNvSpPr>
          <p:nvPr/>
        </p:nvSpPr>
        <p:spPr>
          <a:xfrm xmlns:a="http://schemas.openxmlformats.org/drawingml/2006/main">
            <a:off x="50292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fb13d5e60bd34a15"/>
          <a:stretch xmlns:a="http://schemas.openxmlformats.org/drawingml/2006/main">
            <a:fillRect l="0" t="0" r="0" b="0"/>
          </a:stretch>
        </p:blipFill>
        <p:spPr>
          <a:xfrm xmlns:a="http://schemas.openxmlformats.org/drawingml/2006/main">
            <a:off x="777240" y="2651760"/>
            <a:ext cx="329184" cy="32918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D5A21973-4CE0-4721-9D02-A04873C6635B}"/>
              </a:ext>
            </a:extLst>
          </p:cNvPr>
          <p:cNvSpPr>
            <a:spLocks xmlns:a="http://schemas.openxmlformats.org/drawingml/2006/main" noGrp="1"/>
          </p:cNvSpPr>
          <p:nvPr/>
        </p:nvSpPr>
        <p:spPr>
          <a:xfrm xmlns:a="http://schemas.openxmlformats.org/drawingml/2006/main">
            <a:off x="77724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Install R, download the zip</a:t>
            </a:r>
          </a:p>
        </p:txBody>
      </p:sp>
      <p:sp>
        <p:nvSpPr>
          <p:cNvPr id="9" name="Shape 6">
            <a:extLst xmlns:a="http://schemas.openxmlformats.org/drawingml/2006/main">
              <a:ext uri="{FF2B5EF4-FFF2-40B4-BE49-F238E27FC236}">
                <a16:creationId xmlns:a16="http://schemas.microsoft.com/office/drawing/2014/main" id="{BDEE99D3-AA11-415D-8AF7-168A0532F017}"/>
              </a:ext>
            </a:extLst>
          </p:cNvPr>
          <p:cNvSpPr>
            <a:spLocks xmlns:a="http://schemas.openxmlformats.org/drawingml/2006/main" noGrp="1"/>
          </p:cNvSpPr>
          <p:nvPr/>
        </p:nvSpPr>
        <p:spPr>
          <a:xfrm xmlns:a="http://schemas.openxmlformats.org/drawingml/2006/main">
            <a:off x="77724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C11A3E5B-0F64-47EC-AE4C-17F357FA8F36}"/>
              </a:ext>
            </a:extLst>
          </p:cNvPr>
          <p:cNvSpPr>
            <a:spLocks xmlns:a="http://schemas.openxmlformats.org/drawingml/2006/main" noGrp="1"/>
          </p:cNvSpPr>
          <p:nvPr/>
        </p:nvSpPr>
        <p:spPr>
          <a:xfrm xmlns:a="http://schemas.openxmlformats.org/drawingml/2006/main">
            <a:off x="82296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EU_SAE_520_w5l.zip</a:t>
            </a:r>
          </a:p>
        </p:txBody>
      </p:sp>
      <p:sp>
        <p:nvSpPr>
          <p:cNvPr id="11" name="Shape 8">
            <a:extLst xmlns:a="http://schemas.openxmlformats.org/drawingml/2006/main">
              <a:ext uri="{FF2B5EF4-FFF2-40B4-BE49-F238E27FC236}">
                <a16:creationId xmlns:a16="http://schemas.microsoft.com/office/drawing/2014/main" id="{4320733B-F5CD-46CF-A095-DF3C5CE1BB5E}"/>
              </a:ext>
            </a:extLst>
          </p:cNvPr>
          <p:cNvSpPr>
            <a:spLocks xmlns:a="http://schemas.openxmlformats.org/drawingml/2006/main" noGrp="1"/>
          </p:cNvSpPr>
          <p:nvPr/>
        </p:nvSpPr>
        <p:spPr>
          <a:xfrm xmlns:a="http://schemas.openxmlformats.org/drawingml/2006/main">
            <a:off x="327660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9D8FA326-392C-4D5A-B9A1-5BBF50737822}"/>
              </a:ext>
            </a:extLst>
          </p:cNvPr>
          <p:cNvSpPr>
            <a:spLocks xmlns:a="http://schemas.openxmlformats.org/drawingml/2006/main" noGrp="1"/>
          </p:cNvSpPr>
          <p:nvPr/>
        </p:nvSpPr>
        <p:spPr>
          <a:xfrm xmlns:a="http://schemas.openxmlformats.org/drawingml/2006/main">
            <a:off x="327660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92f1df24227143c4"/>
          <a:stretch xmlns:a="http://schemas.openxmlformats.org/drawingml/2006/main">
            <a:fillRect l="0" t="0" r="0" b="0"/>
          </a:stretch>
        </p:blipFill>
        <p:spPr>
          <a:xfrm xmlns:a="http://schemas.openxmlformats.org/drawingml/2006/main">
            <a:off x="3550920" y="2651760"/>
            <a:ext cx="329184" cy="32918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0E5E9E7F-6ECF-4A93-BB80-CE7255924840}"/>
              </a:ext>
            </a:extLst>
          </p:cNvPr>
          <p:cNvSpPr>
            <a:spLocks xmlns:a="http://schemas.openxmlformats.org/drawingml/2006/main" noGrp="1"/>
          </p:cNvSpPr>
          <p:nvPr/>
        </p:nvSpPr>
        <p:spPr>
          <a:xfrm xmlns:a="http://schemas.openxmlformats.org/drawingml/2006/main">
            <a:off x="355092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Launch the wizard or dashboard</a:t>
            </a:r>
          </a:p>
        </p:txBody>
      </p:sp>
      <p:sp>
        <p:nvSpPr>
          <p:cNvPr id="15" name="Shape 11">
            <a:extLst xmlns:a="http://schemas.openxmlformats.org/drawingml/2006/main">
              <a:ext uri="{FF2B5EF4-FFF2-40B4-BE49-F238E27FC236}">
                <a16:creationId xmlns:a16="http://schemas.microsoft.com/office/drawing/2014/main" id="{F68089DE-7FDA-4FBE-A801-39C5C67AE2B7}"/>
              </a:ext>
            </a:extLst>
          </p:cNvPr>
          <p:cNvSpPr>
            <a:spLocks xmlns:a="http://schemas.openxmlformats.org/drawingml/2006/main" noGrp="1"/>
          </p:cNvSpPr>
          <p:nvPr/>
        </p:nvSpPr>
        <p:spPr>
          <a:xfrm xmlns:a="http://schemas.openxmlformats.org/drawingml/2006/main">
            <a:off x="355092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0710ACF5-4C4E-452C-AE70-CAC23446F424}"/>
              </a:ext>
            </a:extLst>
          </p:cNvPr>
          <p:cNvSpPr>
            <a:spLocks xmlns:a="http://schemas.openxmlformats.org/drawingml/2006/main" noGrp="1"/>
          </p:cNvSpPr>
          <p:nvPr/>
        </p:nvSpPr>
        <p:spPr>
          <a:xfrm xmlns:a="http://schemas.openxmlformats.org/drawingml/2006/main">
            <a:off x="359664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Open Start_Here to choose a launcher</a:t>
            </a:r>
          </a:p>
        </p:txBody>
      </p:sp>
      <p:sp>
        <p:nvSpPr>
          <p:cNvPr id="17" name="Shape 13">
            <a:extLst xmlns:a="http://schemas.openxmlformats.org/drawingml/2006/main">
              <a:ext uri="{FF2B5EF4-FFF2-40B4-BE49-F238E27FC236}">
                <a16:creationId xmlns:a16="http://schemas.microsoft.com/office/drawing/2014/main" id="{BECBF8F1-B08A-46E6-8721-91ED6F17929C}"/>
              </a:ext>
            </a:extLst>
          </p:cNvPr>
          <p:cNvSpPr>
            <a:spLocks xmlns:a="http://schemas.openxmlformats.org/drawingml/2006/main" noGrp="1"/>
          </p:cNvSpPr>
          <p:nvPr/>
        </p:nvSpPr>
        <p:spPr>
          <a:xfrm xmlns:a="http://schemas.openxmlformats.org/drawingml/2006/main">
            <a:off x="6050280" y="2377440"/>
            <a:ext cx="2590800" cy="1691640"/>
          </a:xfrm>
          <a:prstGeom xmlns:a="http://schemas.openxmlformats.org/drawingml/2006/main" prst="rect">
            <a:avLst/>
          </a:prstGeom>
          <a:solidFill xmlns:a="http://schemas.openxmlformats.org/drawingml/2006/main">
            <a:srgbClr val="1E3A6B"/>
          </a:solidFill>
          <a:ln xmlns:a="http://schemas.openxmlformats.org/drawingml/2006/main" w="9525">
            <a:solidFill>
              <a:srgbClr val="2D487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C39FA76B-E978-4529-B4D7-8ACCF58BCC0F}"/>
              </a:ext>
            </a:extLst>
          </p:cNvPr>
          <p:cNvSpPr>
            <a:spLocks xmlns:a="http://schemas.openxmlformats.org/drawingml/2006/main" noGrp="1"/>
          </p:cNvSpPr>
          <p:nvPr/>
        </p:nvSpPr>
        <p:spPr>
          <a:xfrm xmlns:a="http://schemas.openxmlformats.org/drawingml/2006/main">
            <a:off x="6050280" y="2377440"/>
            <a:ext cx="2590800" cy="54864"/>
          </a:xfrm>
          <a:prstGeom xmlns:a="http://schemas.openxmlformats.org/drawingml/2006/main" prst="rect">
            <a:avLst/>
          </a:prstGeom>
          <a:solidFill xmlns:a="http://schemas.openxmlformats.org/drawingml/2006/main">
            <a:srgbClr val="6AA7D9"/>
          </a:solidFill>
          <a:ln xmlns:a="http://schemas.openxmlformats.org/drawingml/2006/main" w="12700">
            <a:solidFill>
              <a:srgbClr val="6AA7D9"/>
            </a:solidFill>
            <a:prstDash val="solid"/>
          </a:ln>
        </p:spPr>
        <p:txBody>
          <a:bodyPr xmlns:a="http://schemas.openxmlformats.org/drawingml/2006/main"/>
          <a:lstStyle xmlns:a="http://schemas.openxmlformats.org/drawingml/2006/main"/>
          <a:p xmlns:a="http://schemas.openxmlformats.org/drawingml/2006/main">
            <a:endParaRPr/>
          </a:p>
        </p:txBody>
      </p:sp>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ed87f2aa56d94625"/>
          <a:stretch xmlns:a="http://schemas.openxmlformats.org/drawingml/2006/main">
            <a:fillRect l="0" t="0" r="0" b="0"/>
          </a:stretch>
        </p:blipFill>
        <p:spPr>
          <a:xfrm xmlns:a="http://schemas.openxmlformats.org/drawingml/2006/main">
            <a:off x="6324600" y="2651760"/>
            <a:ext cx="329184" cy="329184"/>
          </a:xfrm>
          <a:prstGeom xmlns:a="http://schemas.openxmlformats.org/drawingml/2006/main" prst="rect">
            <a:avLst/>
          </a:prstGeom>
        </p:spPr>
      </p:pic>
      <p:sp>
        <p:nvSpPr>
          <p:cNvPr id="20" name="Text 15">
            <a:extLst xmlns:a="http://schemas.openxmlformats.org/drawingml/2006/main">
              <a:ext uri="{FF2B5EF4-FFF2-40B4-BE49-F238E27FC236}">
                <a16:creationId xmlns:a16="http://schemas.microsoft.com/office/drawing/2014/main" id="{21232863-86B6-41CC-8E06-0130139E2787}"/>
              </a:ext>
            </a:extLst>
          </p:cNvPr>
          <p:cNvSpPr>
            <a:spLocks xmlns:a="http://schemas.openxmlformats.org/drawingml/2006/main" noGrp="1"/>
          </p:cNvSpPr>
          <p:nvPr/>
        </p:nvSpPr>
        <p:spPr>
          <a:xfrm xmlns:a="http://schemas.openxmlformats.org/drawingml/2006/main">
            <a:off x="6324600" y="3063240"/>
            <a:ext cx="2133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Consent before AI</a:t>
            </a:r>
          </a:p>
        </p:txBody>
      </p:sp>
      <p:sp>
        <p:nvSpPr>
          <p:cNvPr id="21" name="Shape 16">
            <a:extLst xmlns:a="http://schemas.openxmlformats.org/drawingml/2006/main">
              <a:ext uri="{FF2B5EF4-FFF2-40B4-BE49-F238E27FC236}">
                <a16:creationId xmlns:a16="http://schemas.microsoft.com/office/drawing/2014/main" id="{FFAADF53-C0BC-43D4-ADF7-D517210D6E10}"/>
              </a:ext>
            </a:extLst>
          </p:cNvPr>
          <p:cNvSpPr>
            <a:spLocks xmlns:a="http://schemas.openxmlformats.org/drawingml/2006/main" noGrp="1"/>
          </p:cNvSpPr>
          <p:nvPr/>
        </p:nvSpPr>
        <p:spPr>
          <a:xfrm xmlns:a="http://schemas.openxmlformats.org/drawingml/2006/main">
            <a:off x="6324600" y="3474720"/>
            <a:ext cx="2042160" cy="411480"/>
          </a:xfrm>
          <a:prstGeom xmlns:a="http://schemas.openxmlformats.org/drawingml/2006/main" prst="rect">
            <a:avLst/>
          </a:prstGeom>
          <a:solidFill xmlns:a="http://schemas.openxmlformats.org/drawingml/2006/main">
            <a:srgbClr val="0E1B36"/>
          </a:solidFill>
          <a:ln xmlns:a="http://schemas.openxmlformats.org/drawingml/2006/main" w="12700">
            <a:solidFill>
              <a:srgbClr val="0E1B36"/>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7">
            <a:extLst xmlns:a="http://schemas.openxmlformats.org/drawingml/2006/main">
              <a:ext uri="{FF2B5EF4-FFF2-40B4-BE49-F238E27FC236}">
                <a16:creationId xmlns:a16="http://schemas.microsoft.com/office/drawing/2014/main" id="{0C666006-F7EA-49A1-B710-3BC66E4FA1CF}"/>
              </a:ext>
            </a:extLst>
          </p:cNvPr>
          <p:cNvSpPr>
            <a:spLocks xmlns:a="http://schemas.openxmlformats.org/drawingml/2006/main" noGrp="1"/>
          </p:cNvSpPr>
          <p:nvPr/>
        </p:nvSpPr>
        <p:spPr>
          <a:xfrm xmlns:a="http://schemas.openxmlformats.org/drawingml/2006/main">
            <a:off x="6370320" y="3474720"/>
            <a:ext cx="1950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CADCFC"/>
                </a:solidFill>
                <a:latin typeface="Consolas"/>
                <a:ea typeface="Consolas"/>
                <a:cs typeface="Consolas"/>
              </a:rPr>
              <a:t>Tick both boxes, then add a key</a:t>
            </a:r>
          </a:p>
        </p:txBody>
      </p:sp>
      <p:sp>
        <p:nvSpPr>
          <p:cNvPr id="23" name="Text 18">
            <a:extLst xmlns:a="http://schemas.openxmlformats.org/drawingml/2006/main">
              <a:ext uri="{FF2B5EF4-FFF2-40B4-BE49-F238E27FC236}">
                <a16:creationId xmlns:a16="http://schemas.microsoft.com/office/drawing/2014/main" id="{F2DBC4BD-3DEB-4802-BFE5-4D10C7F4B21D}"/>
              </a:ext>
            </a:extLst>
          </p:cNvPr>
          <p:cNvSpPr>
            <a:spLocks xmlns:a="http://schemas.openxmlformats.org/drawingml/2006/main" noGrp="1"/>
          </p:cNvSpPr>
          <p:nvPr/>
        </p:nvSpPr>
        <p:spPr>
          <a:xfrm xmlns:a="http://schemas.openxmlformats.org/drawingml/2006/main">
            <a:off x="502920" y="4640580"/>
            <a:ext cx="81381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59</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Covariates for Year 1 and Year 2 (UFH and MFH). Blank: stepwise selection picks from all numeric auxiliary columns.</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Off (default): a list you type is a fixed model. On: the list is a candidate pool that LASSO screens before stepwise selection.</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Under Data assessment, tick </a:t>
            </a:r>
            <a:r>
              <a:rPr sz="1425" b="1">
                <a:solidFill>
                  <a:srgbClr val="43578A"/>
                </a:solidFill>
                <a:latin typeface="Calibri"/>
                <a:ea typeface="Calibri"/>
                <a:cs typeface="Calibri"/>
              </a:rPr>
              <a:t>PSU codes are consistent over time</a:t>
            </a:r>
            <a:r>
              <a:rPr sz="1425" b="0">
                <a:solidFill>
                  <a:srgbClr val="43578A"/>
                </a:solidFill>
                <a:latin typeface="Calibri"/>
                <a:ea typeface="Calibri"/>
                <a:cs typeface="Calibri"/>
              </a:rPr>
              <a:t> only if the same PSU codes identify the same sampling units in both years.</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59</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these apart. Every input file is keyed by the survey (analysis) year.</a:t>
            </a:r>
          </a:p>
        </p:txBody>
      </p:sp>
      <p:graphicFrame>
        <p:nvGraphicFramePr>
          <p:cNvPr id="23" name="Table 21"/>
          <p:cNvGraphicFramePr/>
          <p:nvPr/>
        </p:nvGraphicFramePr>
        <p:xfrm>
          <a:off x="504825" y="1885950"/>
          <a:ext cx="8138160" cy="2194560"/>
        </p:xfrm>
        <a:graphic>
          <a:graphicData uri="http://schemas.openxmlformats.org/drawingml/2006/table">
            <a:tbl>
              <a:tblPr/>
              <a:tblGrid>
                <a:gridCol w="1874519"/>
                <a:gridCol w="4343400"/>
                <a:gridCol w="1920240"/>
              </a:tblGrid>
              <a:tr h="365760">
                <a:tc>
                  <a:txBody>
                    <a:bodyPr/>
                    <a:lstStyle/>
                    <a:p>
                      <a:r>
                        <a:rPr sz="1200" b="1">
                          <a:solidFill>
                            <a:srgbClr val="FFFFFF"/>
                          </a:solidFill>
                          <a:latin typeface="Calibri"/>
                          <a:ea typeface="Calibri"/>
                          <a:cs typeface="Calibri"/>
                        </a:rPr>
                        <a:t>Term</a:t>
                      </a:r>
                    </a:p>
                  </a:txBody>
                  <a:tcPr marL="91440" marR="91440" marT="45720" marB="45720">
                    <a:solidFill>
                      <a:srgbClr val="15284F"/>
                    </a:solidFill>
                  </a:tcPr>
                </a:tc>
                <a:tc>
                  <a:txBody>
                    <a:bodyPr/>
                    <a:lstStyle/>
                    <a:p>
                      <a:r>
                        <a:rPr sz="1200" b="1">
                          <a:solidFill>
                            <a:srgbClr val="FFFFFF"/>
                          </a:solidFill>
                          <a:latin typeface="Calibri"/>
                          <a:ea typeface="Calibri"/>
                          <a:cs typeface="Calibri"/>
                        </a:rPr>
                        <a:t>Meaning</a:t>
                      </a:r>
                    </a:p>
                  </a:txBody>
                  <a:tcPr marL="91440" marR="91440" marT="45720" marB="45720">
                    <a:solidFill>
                      <a:srgbClr val="15284F"/>
                    </a:solidFill>
                  </a:tcPr>
                </a:tc>
                <a:tc>
                  <a:txBody>
                    <a:bodyPr/>
                    <a:lstStyle/>
                    <a:p>
                      <a:r>
                        <a:rPr sz="1200" b="1">
                          <a:solidFill>
                            <a:srgbClr val="FFFFFF"/>
                          </a:solidFill>
                          <a:latin typeface="Calibri"/>
                          <a:ea typeface="Calibri"/>
                          <a:cs typeface="Calibri"/>
                        </a:rPr>
                        <a:t>Example</a:t>
                      </a:r>
                    </a:p>
                  </a:txBody>
                  <a:tcPr marL="91440" marR="91440" marT="45720" marB="45720">
                    <a:solidFill>
                      <a:srgbClr val="15284F"/>
                    </a:solidFill>
                  </a:tcPr>
                </a:tc>
              </a:tr>
              <a:tr h="365760">
                <a:tc>
                  <a:txBody>
                    <a:bodyPr/>
                    <a:lstStyle/>
                    <a:p>
                      <a:r>
                        <a:rPr sz="1200" b="0">
                          <a:solidFill>
                            <a:srgbClr val="43578A"/>
                          </a:solidFill>
                          <a:latin typeface="Calibri"/>
                          <a:ea typeface="Calibri"/>
                          <a:cs typeface="Calibri"/>
                        </a:rPr>
                        <a:t>Survey (analysis) year</a:t>
                      </a:r>
                    </a:p>
                  </a:txBody>
                  <a:tcPr marL="91440" marR="91440" marT="45720" marB="45720">
                    <a:solidFill>
                      <a:srgbClr val="FFFFFF"/>
                    </a:solidFill>
                  </a:tcPr>
                </a:tc>
                <a:tc>
                  <a:txBody>
                    <a:bodyPr/>
                    <a:lstStyle/>
                    <a:p>
                      <a:r>
                        <a:rPr sz="1200" b="0">
                          <a:solidFill>
                            <a:srgbClr val="43578A"/>
                          </a:solidFill>
                          <a:latin typeface="Calibri"/>
                          <a:ea typeface="Calibri"/>
                          <a:cs typeface="Calibri"/>
                        </a:rPr>
                        <a:t>The year you type in Step 1; all files are keyed by it</a:t>
                      </a:r>
                    </a:p>
                  </a:txBody>
                  <a:tcPr marL="91440" marR="91440" marT="45720" marB="45720">
                    <a:solidFill>
                      <a:srgbClr val="FFFFFF"/>
                    </a:solidFill>
                  </a:tcPr>
                </a:tc>
                <a:tc>
                  <a:txBody>
                    <a:bodyPr/>
                    <a:lstStyle/>
                    <a:p>
                      <a:r>
                        <a:rPr sz="1200" b="0">
                          <a:solidFill>
                            <a:srgbClr val="43578A"/>
                          </a:solidFill>
                          <a:latin typeface="Calibri"/>
                          <a:ea typeface="Calibri"/>
                          <a:cs typeface="Calibri"/>
                        </a:rPr>
                        <a:t>2023, 2024</a:t>
                      </a:r>
                    </a:p>
                  </a:txBody>
                  <a:tcPr marL="91440" marR="91440" marT="45720" marB="45720">
                    <a:solidFill>
                      <a:srgbClr val="FFFFFF"/>
                    </a:solidFill>
                  </a:tcPr>
                </a:tc>
              </a:tr>
              <a:tr h="365760">
                <a:tc>
                  <a:txBody>
                    <a:bodyPr/>
                    <a:lstStyle/>
                    <a:p>
                      <a:r>
                        <a:rPr sz="1200" b="0">
                          <a:solidFill>
                            <a:srgbClr val="43578A"/>
                          </a:solidFill>
                          <a:latin typeface="Calibri"/>
                          <a:ea typeface="Calibri"/>
                          <a:cs typeface="Calibri"/>
                        </a:rPr>
                        <a:t>Income reference year</a:t>
                      </a:r>
                    </a:p>
                  </a:txBody>
                  <a:tcPr marL="91440" marR="91440" marT="45720" marB="45720">
                    <a:solidFill>
                      <a:srgbClr val="F3F6FC"/>
                    </a:solidFill>
                  </a:tcPr>
                </a:tc>
                <a:tc>
                  <a:txBody>
                    <a:bodyPr/>
                    <a:lstStyle/>
                    <a:p>
                      <a:r>
                        <a:rPr sz="1200" b="0">
                          <a:solidFill>
                            <a:srgbClr val="43578A"/>
                          </a:solidFill>
                          <a:latin typeface="Calibri"/>
                          <a:ea typeface="Calibri"/>
                          <a:cs typeface="Calibri"/>
                        </a:rPr>
                        <a:t>Year the incomes refer to (EU-SILC: usually the year before)</a:t>
                      </a:r>
                    </a:p>
                  </a:txBody>
                  <a:tcPr marL="91440" marR="91440" marT="45720" marB="45720">
                    <a:solidFill>
                      <a:srgbClr val="F3F6FC"/>
                    </a:solidFill>
                  </a:tcPr>
                </a:tc>
                <a:tc>
                  <a:txBody>
                    <a:bodyPr/>
                    <a:lstStyle/>
                    <a:p>
                      <a:r>
                        <a:rPr sz="1200" b="0">
                          <a:solidFill>
                            <a:srgbClr val="43578A"/>
                          </a:solidFill>
                          <a:latin typeface="Calibri"/>
                          <a:ea typeface="Calibri"/>
                          <a:cs typeface="Calibri"/>
                        </a:rPr>
                        <a:t>2022, 2023</a:t>
                      </a:r>
                    </a:p>
                  </a:txBody>
                  <a:tcPr marL="91440" marR="91440" marT="45720" marB="45720">
                    <a:solidFill>
                      <a:srgbClr val="F3F6FC"/>
                    </a:solidFill>
                  </a:tcPr>
                </a:tc>
              </a:tr>
              <a:tr h="365760">
                <a:tc>
                  <a:txBody>
                    <a:bodyPr/>
                    <a:lstStyle/>
                    <a:p>
                      <a:r>
                        <a:rPr sz="1200" b="0">
                          <a:solidFill>
                            <a:srgbClr val="43578A"/>
                          </a:solidFill>
                          <a:latin typeface="Calibri"/>
                          <a:ea typeface="Calibri"/>
                          <a:cs typeface="Calibri"/>
                        </a:rPr>
                        <a:t>CPI reference year</a:t>
                      </a:r>
                    </a:p>
                  </a:txBody>
                  <a:tcPr marL="91440" marR="91440" marT="45720" marB="45720">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marL="91440" marR="91440" marT="45720" marB="45720">
                    <a:solidFill>
                      <a:srgbClr val="FFFFFF"/>
                    </a:solidFill>
                  </a:tcPr>
                </a:tc>
                <a:tc>
                  <a:txBody>
                    <a:bodyPr/>
                    <a:lstStyle/>
                    <a:p>
                      <a:r>
                        <a:rPr sz="1200" b="0">
                          <a:solidFill>
                            <a:srgbClr val="43578A"/>
                          </a:solidFill>
                          <a:latin typeface="Calibri"/>
                          <a:ea typeface="Calibri"/>
                          <a:cs typeface="Calibri"/>
                        </a:rPr>
                        <a:t>2015 = 100</a:t>
                      </a:r>
                    </a:p>
                  </a:txBody>
                  <a:tcPr marL="91440" marR="91440" marT="45720" marB="45720">
                    <a:solidFill>
                      <a:srgbClr val="FFFFFF"/>
                    </a:solidFill>
                  </a:tcPr>
                </a:tc>
              </a:tr>
              <a:tr h="365760">
                <a:tc>
                  <a:txBody>
                    <a:bodyPr/>
                    <a:lstStyle/>
                    <a:p>
                      <a:r>
                        <a:rPr sz="1200" b="0">
                          <a:solidFill>
                            <a:srgbClr val="43578A"/>
                          </a:solidFill>
                          <a:latin typeface="Calibri"/>
                          <a:ea typeface="Calibri"/>
                          <a:cs typeface="Calibri"/>
                        </a:rPr>
                        <a:t>Price base year</a:t>
                      </a:r>
                    </a:p>
                  </a:txBody>
                  <a:tcPr marL="91440" marR="91440" marT="45720" marB="45720">
                    <a:solidFill>
                      <a:srgbClr val="F3F6FC"/>
                    </a:solidFill>
                  </a:tcPr>
                </a:tc>
                <a:tc>
                  <a:txBody>
                    <a:bodyPr/>
                    <a:lstStyle/>
                    <a:p>
                      <a:r>
                        <a:rPr sz="1200" b="0">
                          <a:solidFill>
                            <a:srgbClr val="43578A"/>
                          </a:solidFill>
                          <a:latin typeface="Calibri"/>
                          <a:ea typeface="Calibri"/>
                          <a:cs typeface="Calibri"/>
                        </a:rPr>
                        <a:t>Prices in which real mean welfare is reported</a:t>
                      </a:r>
                    </a:p>
                  </a:txBody>
                  <a:tcPr marL="91440" marR="91440" marT="45720" marB="45720">
                    <a:solidFill>
                      <a:srgbClr val="F3F6FC"/>
                    </a:solidFill>
                  </a:tcPr>
                </a:tc>
                <a:tc>
                  <a:txBody>
                    <a:bodyPr/>
                    <a:lstStyle/>
                    <a:p>
                      <a:r>
                        <a:rPr sz="1200" b="0">
                          <a:solidFill>
                            <a:srgbClr val="43578A"/>
                          </a:solidFill>
                          <a:latin typeface="Calibri"/>
                          <a:ea typeface="Calibri"/>
                          <a:cs typeface="Calibri"/>
                        </a:rPr>
                        <a:t>2021 prices</a:t>
                      </a:r>
                    </a:p>
                  </a:txBody>
                  <a:tcPr marL="91440" marR="91440" marT="45720" marB="45720">
                    <a:solidFill>
                      <a:srgbClr val="F3F6FC"/>
                    </a:solidFill>
                  </a:tcPr>
                </a:tc>
              </a:tr>
              <a:tr h="365760">
                <a:tc>
                  <a:txBody>
                    <a:bodyPr/>
                    <a:lstStyle/>
                    <a:p>
                      <a:r>
                        <a:rPr sz="1200" b="0">
                          <a:solidFill>
                            <a:srgbClr val="43578A"/>
                          </a:solidFill>
                          <a:latin typeface="Calibri"/>
                          <a:ea typeface="Calibri"/>
                          <a:cs typeface="Calibri"/>
                        </a:rPr>
                        <a:t>Anchor year</a:t>
                      </a:r>
                    </a:p>
                  </a:txBody>
                  <a:tcPr marL="91440" marR="91440" marT="45720" marB="45720">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marL="91440" marR="91440" marT="45720" marB="45720">
                    <a:solidFill>
                      <a:srgbClr val="FFFFFF"/>
                    </a:solidFill>
                  </a:tcPr>
                </a:tc>
                <a:tc>
                  <a:txBody>
                    <a:bodyPr/>
                    <a:lstStyle/>
                    <a:p>
                      <a:r>
                        <a:rPr sz="1200" b="0">
                          <a:solidFill>
                            <a:srgbClr val="43578A"/>
                          </a:solidFill>
                          <a:latin typeface="Calibri"/>
                          <a:ea typeface="Calibri"/>
                          <a:cs typeface="Calibri"/>
                        </a:rPr>
                        <a:t>2021 line: 10,000</a:t>
                      </a:r>
                    </a:p>
                  </a:txBody>
                  <a:tcPr marL="91440" marR="91440" marT="45720" marB="45720">
                    <a:solidFill>
                      <a:srgbClr val="FFFFFF"/>
                    </a:solidFill>
                  </a:tcPr>
                </a:tc>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with CPI 2015 = 100, CPI 2021 = 110.0 and CPI 2022 = 114.4, the 2022 line is 10,000 × 114.4 / 110.0 = 10,400.</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59</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p:cNvGraphicFramePr/>
          <p:nvPr/>
        </p:nvGraphicFramePr>
        <p:xfrm>
          <a:off x="504825" y="1866900"/>
          <a:ext cx="8138159" cy="2633472"/>
        </p:xfrm>
        <a:graphic>
          <a:graphicData uri="http://schemas.openxmlformats.org/drawingml/2006/table">
            <a:tbl>
              <a:tblPr/>
              <a:tblGrid>
                <a:gridCol w="2103120"/>
                <a:gridCol w="6035040"/>
              </a:tblGrid>
              <a:tr h="329184">
                <a:tc>
                  <a:txBody>
                    <a:bodyPr/>
                    <a:lstStyle/>
                    <a:p>
                      <a:r>
                        <a:rPr sz="1200" b="1">
                          <a:solidFill>
                            <a:srgbClr val="FFFFFF"/>
                          </a:solidFill>
                          <a:latin typeface="Calibri"/>
                          <a:ea typeface="Calibri"/>
                          <a:cs typeface="Calibri"/>
                        </a:rPr>
                        <a:t>Term</a:t>
                      </a:r>
                    </a:p>
                  </a:txBody>
                  <a:tcPr marL="91440" marR="91440" marT="45720" marB="45720">
                    <a:solidFill>
                      <a:srgbClr val="15284F"/>
                    </a:solidFill>
                  </a:tcPr>
                </a:tc>
                <a:tc>
                  <a:txBody>
                    <a:bodyPr/>
                    <a:lstStyle/>
                    <a:p>
                      <a:r>
                        <a:rPr sz="1200" b="1">
                          <a:solidFill>
                            <a:srgbClr val="FFFFFF"/>
                          </a:solidFill>
                          <a:latin typeface="Calibri"/>
                          <a:ea typeface="Calibri"/>
                          <a:cs typeface="Calibri"/>
                        </a:rPr>
                        <a:t>Meaning</a:t>
                      </a:r>
                    </a:p>
                  </a:txBody>
                  <a:tcPr marL="91440" marR="91440" marT="45720" marB="45720">
                    <a:solidFill>
                      <a:srgbClr val="15284F"/>
                    </a:solidFill>
                  </a:tcPr>
                </a:tc>
              </a:tr>
              <a:tr h="329184">
                <a:tc>
                  <a:txBody>
                    <a:bodyPr/>
                    <a:lstStyle/>
                    <a:p>
                      <a:r>
                        <a:rPr sz="1200" b="0">
                          <a:solidFill>
                            <a:srgbClr val="43578A"/>
                          </a:solidFill>
                          <a:latin typeface="Calibri"/>
                          <a:ea typeface="Calibri"/>
                          <a:cs typeface="Calibri"/>
                        </a:rPr>
                        <a:t>Domain</a:t>
                      </a:r>
                    </a:p>
                  </a:txBody>
                  <a:tcPr marL="91440" marR="91440" marT="45720" marB="45720">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Direct estimate</a:t>
                      </a:r>
                    </a:p>
                  </a:txBody>
                  <a:tcPr marL="91440" marR="91440" marT="45720" marB="45720">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UFH / MFH</a:t>
                      </a:r>
                    </a:p>
                  </a:txBody>
                  <a:tcPr marL="91440" marR="91440" marT="45720" marB="45720">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PSU</a:t>
                      </a:r>
                    </a:p>
                  </a:txBody>
                  <a:tcPr marL="91440" marR="91440" marT="45720" marB="45720">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Welfare</a:t>
                      </a:r>
                    </a:p>
                  </a:txBody>
                  <a:tcPr marL="91440" marR="91440" marT="45720" marB="45720">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marL="91440" marR="91440" marT="45720" marB="45720">
                    <a:solidFill>
                      <a:srgbClr val="FFFFFF"/>
                    </a:solidFill>
                  </a:tcPr>
                </a:tc>
              </a:tr>
              <a:tr h="329184">
                <a:tc>
                  <a:txBody>
                    <a:bodyPr/>
                    <a:lstStyle/>
                    <a:p>
                      <a:r>
                        <a:rPr sz="1200" b="0">
                          <a:solidFill>
                            <a:srgbClr val="43578A"/>
                          </a:solidFill>
                          <a:latin typeface="Calibri"/>
                          <a:ea typeface="Calibri"/>
                          <a:cs typeface="Calibri"/>
                        </a:rPr>
                        <a:t>Weight × household size</a:t>
                      </a:r>
                    </a:p>
                  </a:txBody>
                  <a:tcPr marL="91440" marR="91440" marT="45720" marB="45720">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marL="91440" marR="91440" marT="45720" marB="45720">
                    <a:solidFill>
                      <a:srgbClr val="F3F6FC"/>
                    </a:solidFill>
                  </a:tcPr>
                </a:tc>
              </a:tr>
              <a:tr h="329184">
                <a:tc>
                  <a:txBody>
                    <a:bodyPr/>
                    <a:lstStyle/>
                    <a:p>
                      <a:r>
                        <a:rPr sz="1200" b="0">
                          <a:solidFill>
                            <a:srgbClr val="43578A"/>
                          </a:solidFill>
                          <a:latin typeface="Calibri"/>
                          <a:ea typeface="Calibri"/>
                          <a:cs typeface="Calibri"/>
                        </a:rPr>
                        <a:t>RMSE, CV</a:t>
                      </a:r>
                    </a:p>
                  </a:txBody>
                  <a:tcPr marL="91440" marR="91440" marT="45720" marB="45720">
                    <a:solidFill>
                      <a:srgbClr val="FFFFFF"/>
                    </a:solidFill>
                  </a:tcPr>
                </a:tc>
                <a:tc>
                  <a:txBody>
                    <a:bodyPr/>
                    <a:lstStyle/>
                    <a:p>
                      <a:r>
                        <a:rPr sz="1200" b="0">
                          <a:solidFill>
                            <a:srgbClr val="43578A"/>
                          </a:solidFill>
                          <a:latin typeface="Calibri"/>
                          <a:ea typeface="Calibri"/>
                          <a:cs typeface="Calibri"/>
                        </a:rPr>
                        <a:t>RMSE = typical error of an estimate; CV = RMSE ÷ estimate (lower is more precise)</a:t>
                      </a:r>
                    </a:p>
                  </a:txBody>
                  <a:tcPr marL="91440" marR="91440" marT="45720" marB="45720">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2026-10-07T11:12:20.2390000Z</dcterms:created>
  <dcterms:modified xsi:type="dcterms:W3CDTF">2026-10-07T11:12:20.2390000Z</dcterms:modified>
</coreProperties>
</file>